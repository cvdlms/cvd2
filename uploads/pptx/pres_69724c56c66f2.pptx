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71" r:id="rId2"/>
    <p:sldId id="256" r:id="rId3"/>
    <p:sldId id="257" r:id="rId4"/>
    <p:sldId id="258" r:id="rId5"/>
    <p:sldId id="260" r:id="rId6"/>
    <p:sldId id="261" r:id="rId7"/>
    <p:sldId id="262" r:id="rId8"/>
    <p:sldId id="272" r:id="rId9"/>
    <p:sldId id="273" r:id="rId10"/>
    <p:sldId id="263" r:id="rId11"/>
    <p:sldId id="264" r:id="rId12"/>
    <p:sldId id="265" r:id="rId13"/>
    <p:sldId id="259" r:id="rId14"/>
    <p:sldId id="266" r:id="rId15"/>
    <p:sldId id="267" r:id="rId16"/>
    <p:sldId id="268" r:id="rId17"/>
    <p:sldId id="269" r:id="rId18"/>
    <p:sldId id="270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B1AA3F-9443-4190-AF6E-AFBF463290EB}" v="13" dt="2025-09-26T15:38:17.3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24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âm Visal" userId="d69494eb3154d0d5" providerId="LiveId" clId="{B593099D-78F7-4C94-B8E8-4D623AE73D26}"/>
    <pc:docChg chg="undo custSel addSld delSld modSld sldOrd">
      <pc:chgData name="Lâm Visal" userId="d69494eb3154d0d5" providerId="LiveId" clId="{B593099D-78F7-4C94-B8E8-4D623AE73D26}" dt="2025-09-26T15:39:07.205" v="244" actId="20577"/>
      <pc:docMkLst>
        <pc:docMk/>
      </pc:docMkLst>
      <pc:sldChg chg="modSp modAnim">
        <pc:chgData name="Lâm Visal" userId="d69494eb3154d0d5" providerId="LiveId" clId="{B593099D-78F7-4C94-B8E8-4D623AE73D26}" dt="2025-09-26T15:22:20.974" v="80"/>
        <pc:sldMkLst>
          <pc:docMk/>
          <pc:sldMk cId="0" sldId="256"/>
        </pc:sldMkLst>
        <pc:spChg chg="mod">
          <ac:chgData name="Lâm Visal" userId="d69494eb3154d0d5" providerId="LiveId" clId="{B593099D-78F7-4C94-B8E8-4D623AE73D26}" dt="2025-09-26T15:19:24.861" v="1"/>
          <ac:spMkLst>
            <pc:docMk/>
            <pc:sldMk cId="0" sldId="256"/>
            <ac:spMk id="2" creationId="{00000000-0000-0000-0000-000000000000}"/>
          </ac:spMkLst>
        </pc:spChg>
        <pc:spChg chg="mod">
          <ac:chgData name="Lâm Visal" userId="d69494eb3154d0d5" providerId="LiveId" clId="{B593099D-78F7-4C94-B8E8-4D623AE73D26}" dt="2025-09-26T15:19:24.861" v="1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Lâm Visal" userId="d69494eb3154d0d5" providerId="LiveId" clId="{B593099D-78F7-4C94-B8E8-4D623AE73D26}" dt="2025-09-26T15:22:57.536" v="82" actId="20577"/>
        <pc:sldMkLst>
          <pc:docMk/>
          <pc:sldMk cId="0" sldId="257"/>
        </pc:sldMkLst>
        <pc:spChg chg="mod">
          <ac:chgData name="Lâm Visal" userId="d69494eb3154d0d5" providerId="LiveId" clId="{B593099D-78F7-4C94-B8E8-4D623AE73D26}" dt="2025-09-26T15:19:24.861" v="1"/>
          <ac:spMkLst>
            <pc:docMk/>
            <pc:sldMk cId="0" sldId="257"/>
            <ac:spMk id="2" creationId="{00000000-0000-0000-0000-000000000000}"/>
          </ac:spMkLst>
        </pc:spChg>
        <pc:spChg chg="mod">
          <ac:chgData name="Lâm Visal" userId="d69494eb3154d0d5" providerId="LiveId" clId="{B593099D-78F7-4C94-B8E8-4D623AE73D26}" dt="2025-09-26T15:22:57.536" v="82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Lâm Visal" userId="d69494eb3154d0d5" providerId="LiveId" clId="{B593099D-78F7-4C94-B8E8-4D623AE73D26}" dt="2025-09-26T15:23:48.734" v="87" actId="20577"/>
        <pc:sldMkLst>
          <pc:docMk/>
          <pc:sldMk cId="0" sldId="258"/>
        </pc:sldMkLst>
        <pc:spChg chg="mod">
          <ac:chgData name="Lâm Visal" userId="d69494eb3154d0d5" providerId="LiveId" clId="{B593099D-78F7-4C94-B8E8-4D623AE73D26}" dt="2025-09-26T15:19:24.861" v="1"/>
          <ac:spMkLst>
            <pc:docMk/>
            <pc:sldMk cId="0" sldId="258"/>
            <ac:spMk id="2" creationId="{00000000-0000-0000-0000-000000000000}"/>
          </ac:spMkLst>
        </pc:spChg>
        <pc:spChg chg="mod">
          <ac:chgData name="Lâm Visal" userId="d69494eb3154d0d5" providerId="LiveId" clId="{B593099D-78F7-4C94-B8E8-4D623AE73D26}" dt="2025-09-26T15:23:48.734" v="87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del">
        <pc:chgData name="Lâm Visal" userId="d69494eb3154d0d5" providerId="LiveId" clId="{B593099D-78F7-4C94-B8E8-4D623AE73D26}" dt="2025-09-26T15:32:38.842" v="167" actId="2696"/>
        <pc:sldMkLst>
          <pc:docMk/>
          <pc:sldMk cId="0" sldId="259"/>
        </pc:sldMkLst>
        <pc:spChg chg="mod">
          <ac:chgData name="Lâm Visal" userId="d69494eb3154d0d5" providerId="LiveId" clId="{B593099D-78F7-4C94-B8E8-4D623AE73D26}" dt="2025-09-26T15:19:24.861" v="1"/>
          <ac:spMkLst>
            <pc:docMk/>
            <pc:sldMk cId="0" sldId="259"/>
            <ac:spMk id="2" creationId="{00000000-0000-0000-0000-000000000000}"/>
          </ac:spMkLst>
        </pc:spChg>
        <pc:spChg chg="mod">
          <ac:chgData name="Lâm Visal" userId="d69494eb3154d0d5" providerId="LiveId" clId="{B593099D-78F7-4C94-B8E8-4D623AE73D26}" dt="2025-09-26T15:19:24.861" v="1"/>
          <ac:spMkLst>
            <pc:docMk/>
            <pc:sldMk cId="0" sldId="259"/>
            <ac:spMk id="3" creationId="{00000000-0000-0000-0000-000000000000}"/>
          </ac:spMkLst>
        </pc:spChg>
      </pc:sldChg>
      <pc:sldChg chg="add">
        <pc:chgData name="Lâm Visal" userId="d69494eb3154d0d5" providerId="LiveId" clId="{B593099D-78F7-4C94-B8E8-4D623AE73D26}" dt="2025-09-26T15:32:50.802" v="168"/>
        <pc:sldMkLst>
          <pc:docMk/>
          <pc:sldMk cId="398339579" sldId="259"/>
        </pc:sldMkLst>
      </pc:sldChg>
      <pc:sldChg chg="modSp">
        <pc:chgData name="Lâm Visal" userId="d69494eb3154d0d5" providerId="LiveId" clId="{B593099D-78F7-4C94-B8E8-4D623AE73D26}" dt="2025-09-26T15:19:24.861" v="1"/>
        <pc:sldMkLst>
          <pc:docMk/>
          <pc:sldMk cId="0" sldId="260"/>
        </pc:sldMkLst>
        <pc:spChg chg="mod">
          <ac:chgData name="Lâm Visal" userId="d69494eb3154d0d5" providerId="LiveId" clId="{B593099D-78F7-4C94-B8E8-4D623AE73D26}" dt="2025-09-26T15:19:24.861" v="1"/>
          <ac:spMkLst>
            <pc:docMk/>
            <pc:sldMk cId="0" sldId="260"/>
            <ac:spMk id="2" creationId="{00000000-0000-0000-0000-000000000000}"/>
          </ac:spMkLst>
        </pc:spChg>
        <pc:spChg chg="mod">
          <ac:chgData name="Lâm Visal" userId="d69494eb3154d0d5" providerId="LiveId" clId="{B593099D-78F7-4C94-B8E8-4D623AE73D26}" dt="2025-09-26T15:19:24.861" v="1"/>
          <ac:spMkLst>
            <pc:docMk/>
            <pc:sldMk cId="0" sldId="260"/>
            <ac:spMk id="3" creationId="{00000000-0000-0000-0000-000000000000}"/>
          </ac:spMkLst>
        </pc:spChg>
      </pc:sldChg>
      <pc:sldChg chg="modSp">
        <pc:chgData name="Lâm Visal" userId="d69494eb3154d0d5" providerId="LiveId" clId="{B593099D-78F7-4C94-B8E8-4D623AE73D26}" dt="2025-09-26T15:19:24.861" v="1"/>
        <pc:sldMkLst>
          <pc:docMk/>
          <pc:sldMk cId="0" sldId="261"/>
        </pc:sldMkLst>
        <pc:spChg chg="mod">
          <ac:chgData name="Lâm Visal" userId="d69494eb3154d0d5" providerId="LiveId" clId="{B593099D-78F7-4C94-B8E8-4D623AE73D26}" dt="2025-09-26T15:19:24.861" v="1"/>
          <ac:spMkLst>
            <pc:docMk/>
            <pc:sldMk cId="0" sldId="261"/>
            <ac:spMk id="2" creationId="{00000000-0000-0000-0000-000000000000}"/>
          </ac:spMkLst>
        </pc:spChg>
        <pc:spChg chg="mod">
          <ac:chgData name="Lâm Visal" userId="d69494eb3154d0d5" providerId="LiveId" clId="{B593099D-78F7-4C94-B8E8-4D623AE73D26}" dt="2025-09-26T15:19:24.861" v="1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Lâm Visal" userId="d69494eb3154d0d5" providerId="LiveId" clId="{B593099D-78F7-4C94-B8E8-4D623AE73D26}" dt="2025-09-26T15:19:24.861" v="1"/>
        <pc:sldMkLst>
          <pc:docMk/>
          <pc:sldMk cId="0" sldId="262"/>
        </pc:sldMkLst>
        <pc:spChg chg="mod">
          <ac:chgData name="Lâm Visal" userId="d69494eb3154d0d5" providerId="LiveId" clId="{B593099D-78F7-4C94-B8E8-4D623AE73D26}" dt="2025-09-26T15:19:24.861" v="1"/>
          <ac:spMkLst>
            <pc:docMk/>
            <pc:sldMk cId="0" sldId="262"/>
            <ac:spMk id="2" creationId="{00000000-0000-0000-0000-000000000000}"/>
          </ac:spMkLst>
        </pc:spChg>
        <pc:spChg chg="mod">
          <ac:chgData name="Lâm Visal" userId="d69494eb3154d0d5" providerId="LiveId" clId="{B593099D-78F7-4C94-B8E8-4D623AE73D26}" dt="2025-09-26T15:19:24.861" v="1"/>
          <ac:spMkLst>
            <pc:docMk/>
            <pc:sldMk cId="0" sldId="262"/>
            <ac:spMk id="3" creationId="{00000000-0000-0000-0000-000000000000}"/>
          </ac:spMkLst>
        </pc:spChg>
      </pc:sldChg>
      <pc:sldChg chg="addSp modSp mod setBg">
        <pc:chgData name="Lâm Visal" userId="d69494eb3154d0d5" providerId="LiveId" clId="{B593099D-78F7-4C94-B8E8-4D623AE73D26}" dt="2025-09-26T15:29:31.849" v="107" actId="26606"/>
        <pc:sldMkLst>
          <pc:docMk/>
          <pc:sldMk cId="0" sldId="263"/>
        </pc:sldMkLst>
        <pc:spChg chg="mod">
          <ac:chgData name="Lâm Visal" userId="d69494eb3154d0d5" providerId="LiveId" clId="{B593099D-78F7-4C94-B8E8-4D623AE73D26}" dt="2025-09-26T15:29:31.849" v="107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Lâm Visal" userId="d69494eb3154d0d5" providerId="LiveId" clId="{B593099D-78F7-4C94-B8E8-4D623AE73D26}" dt="2025-09-26T15:29:31.849" v="107" actId="26606"/>
          <ac:spMkLst>
            <pc:docMk/>
            <pc:sldMk cId="0" sldId="263"/>
            <ac:spMk id="3" creationId="{00000000-0000-0000-0000-000000000000}"/>
          </ac:spMkLst>
        </pc:spChg>
        <pc:spChg chg="add">
          <ac:chgData name="Lâm Visal" userId="d69494eb3154d0d5" providerId="LiveId" clId="{B593099D-78F7-4C94-B8E8-4D623AE73D26}" dt="2025-09-26T15:29:31.849" v="107" actId="26606"/>
          <ac:spMkLst>
            <pc:docMk/>
            <pc:sldMk cId="0" sldId="263"/>
            <ac:spMk id="8" creationId="{BC052280-388E-4151-A1EB-5236D4FCCA28}"/>
          </ac:spMkLst>
        </pc:spChg>
        <pc:cxnChg chg="add">
          <ac:chgData name="Lâm Visal" userId="d69494eb3154d0d5" providerId="LiveId" clId="{B593099D-78F7-4C94-B8E8-4D623AE73D26}" dt="2025-09-26T15:29:31.849" v="107" actId="26606"/>
          <ac:cxnSpMkLst>
            <pc:docMk/>
            <pc:sldMk cId="0" sldId="263"/>
            <ac:cxnSpMk id="10" creationId="{744251C3-E720-4363-8AF0-20AD319374F0}"/>
          </ac:cxnSpMkLst>
        </pc:cxnChg>
      </pc:sldChg>
      <pc:sldChg chg="addSp modSp mod setBg">
        <pc:chgData name="Lâm Visal" userId="d69494eb3154d0d5" providerId="LiveId" clId="{B593099D-78F7-4C94-B8E8-4D623AE73D26}" dt="2025-09-26T15:31:19.435" v="166" actId="20577"/>
        <pc:sldMkLst>
          <pc:docMk/>
          <pc:sldMk cId="0" sldId="264"/>
        </pc:sldMkLst>
        <pc:spChg chg="mod">
          <ac:chgData name="Lâm Visal" userId="d69494eb3154d0d5" providerId="LiveId" clId="{B593099D-78F7-4C94-B8E8-4D623AE73D26}" dt="2025-09-26T15:29:54.171" v="108" actId="26606"/>
          <ac:spMkLst>
            <pc:docMk/>
            <pc:sldMk cId="0" sldId="264"/>
            <ac:spMk id="2" creationId="{00000000-0000-0000-0000-000000000000}"/>
          </ac:spMkLst>
        </pc:spChg>
        <pc:spChg chg="mod">
          <ac:chgData name="Lâm Visal" userId="d69494eb3154d0d5" providerId="LiveId" clId="{B593099D-78F7-4C94-B8E8-4D623AE73D26}" dt="2025-09-26T15:31:19.435" v="166" actId="20577"/>
          <ac:spMkLst>
            <pc:docMk/>
            <pc:sldMk cId="0" sldId="264"/>
            <ac:spMk id="3" creationId="{00000000-0000-0000-0000-000000000000}"/>
          </ac:spMkLst>
        </pc:spChg>
        <pc:spChg chg="add">
          <ac:chgData name="Lâm Visal" userId="d69494eb3154d0d5" providerId="LiveId" clId="{B593099D-78F7-4C94-B8E8-4D623AE73D26}" dt="2025-09-26T15:29:54.171" v="108" actId="26606"/>
          <ac:spMkLst>
            <pc:docMk/>
            <pc:sldMk cId="0" sldId="264"/>
            <ac:spMk id="8" creationId="{3BFBA67F-0D4D-4C2E-A1D7-82D080A4B3AD}"/>
          </ac:spMkLst>
        </pc:spChg>
        <pc:spChg chg="add">
          <ac:chgData name="Lâm Visal" userId="d69494eb3154d0d5" providerId="LiveId" clId="{B593099D-78F7-4C94-B8E8-4D623AE73D26}" dt="2025-09-26T15:29:54.171" v="108" actId="26606"/>
          <ac:spMkLst>
            <pc:docMk/>
            <pc:sldMk cId="0" sldId="264"/>
            <ac:spMk id="10" creationId="{EFA2AC96-1E47-421C-A03F-F98E354EB4E6}"/>
          </ac:spMkLst>
        </pc:spChg>
      </pc:sldChg>
      <pc:sldChg chg="modSp">
        <pc:chgData name="Lâm Visal" userId="d69494eb3154d0d5" providerId="LiveId" clId="{B593099D-78F7-4C94-B8E8-4D623AE73D26}" dt="2025-09-26T15:19:24.861" v="1"/>
        <pc:sldMkLst>
          <pc:docMk/>
          <pc:sldMk cId="0" sldId="265"/>
        </pc:sldMkLst>
        <pc:spChg chg="mod">
          <ac:chgData name="Lâm Visal" userId="d69494eb3154d0d5" providerId="LiveId" clId="{B593099D-78F7-4C94-B8E8-4D623AE73D26}" dt="2025-09-26T15:19:24.861" v="1"/>
          <ac:spMkLst>
            <pc:docMk/>
            <pc:sldMk cId="0" sldId="265"/>
            <ac:spMk id="2" creationId="{00000000-0000-0000-0000-000000000000}"/>
          </ac:spMkLst>
        </pc:spChg>
        <pc:spChg chg="mod">
          <ac:chgData name="Lâm Visal" userId="d69494eb3154d0d5" providerId="LiveId" clId="{B593099D-78F7-4C94-B8E8-4D623AE73D26}" dt="2025-09-26T15:19:24.861" v="1"/>
          <ac:spMkLst>
            <pc:docMk/>
            <pc:sldMk cId="0" sldId="265"/>
            <ac:spMk id="3" creationId="{00000000-0000-0000-0000-000000000000}"/>
          </ac:spMkLst>
        </pc:spChg>
      </pc:sldChg>
      <pc:sldChg chg="modSp modAnim">
        <pc:chgData name="Lâm Visal" userId="d69494eb3154d0d5" providerId="LiveId" clId="{B593099D-78F7-4C94-B8E8-4D623AE73D26}" dt="2025-09-26T15:37:28.322" v="233"/>
        <pc:sldMkLst>
          <pc:docMk/>
          <pc:sldMk cId="0" sldId="266"/>
        </pc:sldMkLst>
        <pc:spChg chg="mod">
          <ac:chgData name="Lâm Visal" userId="d69494eb3154d0d5" providerId="LiveId" clId="{B593099D-78F7-4C94-B8E8-4D623AE73D26}" dt="2025-09-26T15:19:24.861" v="1"/>
          <ac:spMkLst>
            <pc:docMk/>
            <pc:sldMk cId="0" sldId="266"/>
            <ac:spMk id="2" creationId="{00000000-0000-0000-0000-000000000000}"/>
          </ac:spMkLst>
        </pc:spChg>
        <pc:spChg chg="mod">
          <ac:chgData name="Lâm Visal" userId="d69494eb3154d0d5" providerId="LiveId" clId="{B593099D-78F7-4C94-B8E8-4D623AE73D26}" dt="2025-09-26T15:19:24.861" v="1"/>
          <ac:spMkLst>
            <pc:docMk/>
            <pc:sldMk cId="0" sldId="266"/>
            <ac:spMk id="3" creationId="{00000000-0000-0000-0000-000000000000}"/>
          </ac:spMkLst>
        </pc:spChg>
      </pc:sldChg>
      <pc:sldChg chg="modSp modAnim">
        <pc:chgData name="Lâm Visal" userId="d69494eb3154d0d5" providerId="LiveId" clId="{B593099D-78F7-4C94-B8E8-4D623AE73D26}" dt="2025-09-26T15:37:46.893" v="234"/>
        <pc:sldMkLst>
          <pc:docMk/>
          <pc:sldMk cId="0" sldId="267"/>
        </pc:sldMkLst>
        <pc:spChg chg="mod">
          <ac:chgData name="Lâm Visal" userId="d69494eb3154d0d5" providerId="LiveId" clId="{B593099D-78F7-4C94-B8E8-4D623AE73D26}" dt="2025-09-26T15:19:24.861" v="1"/>
          <ac:spMkLst>
            <pc:docMk/>
            <pc:sldMk cId="0" sldId="267"/>
            <ac:spMk id="2" creationId="{00000000-0000-0000-0000-000000000000}"/>
          </ac:spMkLst>
        </pc:spChg>
        <pc:spChg chg="mod">
          <ac:chgData name="Lâm Visal" userId="d69494eb3154d0d5" providerId="LiveId" clId="{B593099D-78F7-4C94-B8E8-4D623AE73D26}" dt="2025-09-26T15:19:24.861" v="1"/>
          <ac:spMkLst>
            <pc:docMk/>
            <pc:sldMk cId="0" sldId="267"/>
            <ac:spMk id="3" creationId="{00000000-0000-0000-0000-000000000000}"/>
          </ac:spMkLst>
        </pc:spChg>
      </pc:sldChg>
      <pc:sldChg chg="modSp modAnim">
        <pc:chgData name="Lâm Visal" userId="d69494eb3154d0d5" providerId="LiveId" clId="{B593099D-78F7-4C94-B8E8-4D623AE73D26}" dt="2025-09-26T15:38:03.791" v="235"/>
        <pc:sldMkLst>
          <pc:docMk/>
          <pc:sldMk cId="0" sldId="268"/>
        </pc:sldMkLst>
        <pc:spChg chg="mod">
          <ac:chgData name="Lâm Visal" userId="d69494eb3154d0d5" providerId="LiveId" clId="{B593099D-78F7-4C94-B8E8-4D623AE73D26}" dt="2025-09-26T15:19:24.861" v="1"/>
          <ac:spMkLst>
            <pc:docMk/>
            <pc:sldMk cId="0" sldId="268"/>
            <ac:spMk id="2" creationId="{00000000-0000-0000-0000-000000000000}"/>
          </ac:spMkLst>
        </pc:spChg>
        <pc:spChg chg="mod">
          <ac:chgData name="Lâm Visal" userId="d69494eb3154d0d5" providerId="LiveId" clId="{B593099D-78F7-4C94-B8E8-4D623AE73D26}" dt="2025-09-26T15:19:24.861" v="1"/>
          <ac:spMkLst>
            <pc:docMk/>
            <pc:sldMk cId="0" sldId="268"/>
            <ac:spMk id="3" creationId="{00000000-0000-0000-0000-000000000000}"/>
          </ac:spMkLst>
        </pc:spChg>
      </pc:sldChg>
      <pc:sldChg chg="modSp modAnim">
        <pc:chgData name="Lâm Visal" userId="d69494eb3154d0d5" providerId="LiveId" clId="{B593099D-78F7-4C94-B8E8-4D623AE73D26}" dt="2025-09-26T15:38:17.361" v="236"/>
        <pc:sldMkLst>
          <pc:docMk/>
          <pc:sldMk cId="0" sldId="269"/>
        </pc:sldMkLst>
        <pc:spChg chg="mod">
          <ac:chgData name="Lâm Visal" userId="d69494eb3154d0d5" providerId="LiveId" clId="{B593099D-78F7-4C94-B8E8-4D623AE73D26}" dt="2025-09-26T15:19:24.861" v="1"/>
          <ac:spMkLst>
            <pc:docMk/>
            <pc:sldMk cId="0" sldId="269"/>
            <ac:spMk id="2" creationId="{00000000-0000-0000-0000-000000000000}"/>
          </ac:spMkLst>
        </pc:spChg>
        <pc:spChg chg="mod">
          <ac:chgData name="Lâm Visal" userId="d69494eb3154d0d5" providerId="LiveId" clId="{B593099D-78F7-4C94-B8E8-4D623AE73D26}" dt="2025-09-26T15:19:24.861" v="1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Lâm Visal" userId="d69494eb3154d0d5" providerId="LiveId" clId="{B593099D-78F7-4C94-B8E8-4D623AE73D26}" dt="2025-09-26T15:38:47.546" v="243" actId="20577"/>
        <pc:sldMkLst>
          <pc:docMk/>
          <pc:sldMk cId="0" sldId="270"/>
        </pc:sldMkLst>
        <pc:spChg chg="mod">
          <ac:chgData name="Lâm Visal" userId="d69494eb3154d0d5" providerId="LiveId" clId="{B593099D-78F7-4C94-B8E8-4D623AE73D26}" dt="2025-09-26T15:19:24.861" v="1"/>
          <ac:spMkLst>
            <pc:docMk/>
            <pc:sldMk cId="0" sldId="270"/>
            <ac:spMk id="2" creationId="{00000000-0000-0000-0000-000000000000}"/>
          </ac:spMkLst>
        </pc:spChg>
        <pc:spChg chg="mod">
          <ac:chgData name="Lâm Visal" userId="d69494eb3154d0d5" providerId="LiveId" clId="{B593099D-78F7-4C94-B8E8-4D623AE73D26}" dt="2025-09-26T15:38:47.546" v="243" actId="20577"/>
          <ac:spMkLst>
            <pc:docMk/>
            <pc:sldMk cId="0" sldId="270"/>
            <ac:spMk id="3" creationId="{00000000-0000-0000-0000-000000000000}"/>
          </ac:spMkLst>
        </pc:spChg>
      </pc:sldChg>
      <pc:sldChg chg="delSp modSp new mod ord">
        <pc:chgData name="Lâm Visal" userId="d69494eb3154d0d5" providerId="LiveId" clId="{B593099D-78F7-4C94-B8E8-4D623AE73D26}" dt="2025-09-26T15:39:07.205" v="244" actId="20577"/>
        <pc:sldMkLst>
          <pc:docMk/>
          <pc:sldMk cId="2193750044" sldId="271"/>
        </pc:sldMkLst>
        <pc:spChg chg="mod">
          <ac:chgData name="Lâm Visal" userId="d69494eb3154d0d5" providerId="LiveId" clId="{B593099D-78F7-4C94-B8E8-4D623AE73D26}" dt="2025-09-26T15:39:07.205" v="244" actId="20577"/>
          <ac:spMkLst>
            <pc:docMk/>
            <pc:sldMk cId="2193750044" sldId="271"/>
            <ac:spMk id="2" creationId="{462EDA6D-459A-C1BD-850E-F87E3B885C4F}"/>
          </ac:spMkLst>
        </pc:spChg>
        <pc:spChg chg="del">
          <ac:chgData name="Lâm Visal" userId="d69494eb3154d0d5" providerId="LiveId" clId="{B593099D-78F7-4C94-B8E8-4D623AE73D26}" dt="2025-09-26T15:20:18.192" v="75" actId="478"/>
          <ac:spMkLst>
            <pc:docMk/>
            <pc:sldMk cId="2193750044" sldId="271"/>
            <ac:spMk id="3" creationId="{51FF34B5-52F9-48C7-EA93-2F6A5CFF0C77}"/>
          </ac:spMkLst>
        </pc:spChg>
      </pc:sldChg>
      <pc:sldChg chg="addSp delSp modSp new mod setBg">
        <pc:chgData name="Lâm Visal" userId="d69494eb3154d0d5" providerId="LiveId" clId="{B593099D-78F7-4C94-B8E8-4D623AE73D26}" dt="2025-09-26T15:28:06.358" v="106" actId="26606"/>
        <pc:sldMkLst>
          <pc:docMk/>
          <pc:sldMk cId="2570968993" sldId="272"/>
        </pc:sldMkLst>
        <pc:spChg chg="mod ord">
          <ac:chgData name="Lâm Visal" userId="d69494eb3154d0d5" providerId="LiveId" clId="{B593099D-78F7-4C94-B8E8-4D623AE73D26}" dt="2025-09-26T15:28:06.358" v="106" actId="26606"/>
          <ac:spMkLst>
            <pc:docMk/>
            <pc:sldMk cId="2570968993" sldId="272"/>
            <ac:spMk id="2" creationId="{052CFBD7-4C85-CE00-14BE-4ABF9CA32D41}"/>
          </ac:spMkLst>
        </pc:spChg>
        <pc:spChg chg="del">
          <ac:chgData name="Lâm Visal" userId="d69494eb3154d0d5" providerId="LiveId" clId="{B593099D-78F7-4C94-B8E8-4D623AE73D26}" dt="2025-09-26T15:27:13.970" v="89" actId="931"/>
          <ac:spMkLst>
            <pc:docMk/>
            <pc:sldMk cId="2570968993" sldId="272"/>
            <ac:spMk id="3" creationId="{836DE0AB-A165-3400-60C5-9A927E629892}"/>
          </ac:spMkLst>
        </pc:spChg>
        <pc:spChg chg="add del">
          <ac:chgData name="Lâm Visal" userId="d69494eb3154d0d5" providerId="LiveId" clId="{B593099D-78F7-4C94-B8E8-4D623AE73D26}" dt="2025-09-26T15:27:21.696" v="93" actId="26606"/>
          <ac:spMkLst>
            <pc:docMk/>
            <pc:sldMk cId="2570968993" sldId="272"/>
            <ac:spMk id="9" creationId="{D6F05DB6-5B49-1EE6-DE57-9817A178B730}"/>
          </ac:spMkLst>
        </pc:spChg>
        <pc:spChg chg="add del">
          <ac:chgData name="Lâm Visal" userId="d69494eb3154d0d5" providerId="LiveId" clId="{B593099D-78F7-4C94-B8E8-4D623AE73D26}" dt="2025-09-26T15:27:24.987" v="95" actId="26606"/>
          <ac:spMkLst>
            <pc:docMk/>
            <pc:sldMk cId="2570968993" sldId="272"/>
            <ac:spMk id="14" creationId="{C70913BF-8DF4-0408-C8CC-48A098EB64F5}"/>
          </ac:spMkLst>
        </pc:spChg>
        <pc:spChg chg="add del mod">
          <ac:chgData name="Lâm Visal" userId="d69494eb3154d0d5" providerId="LiveId" clId="{B593099D-78F7-4C94-B8E8-4D623AE73D26}" dt="2025-09-26T15:27:52.191" v="103" actId="26606"/>
          <ac:spMkLst>
            <pc:docMk/>
            <pc:sldMk cId="2570968993" sldId="272"/>
            <ac:spMk id="17" creationId="{63B53BC7-79EB-5A6C-D062-3E47A42179DC}"/>
          </ac:spMkLst>
        </pc:spChg>
        <pc:spChg chg="add del">
          <ac:chgData name="Lâm Visal" userId="d69494eb3154d0d5" providerId="LiveId" clId="{B593099D-78F7-4C94-B8E8-4D623AE73D26}" dt="2025-09-26T15:27:37.358" v="98" actId="26606"/>
          <ac:spMkLst>
            <pc:docMk/>
            <pc:sldMk cId="2570968993" sldId="272"/>
            <ac:spMk id="23" creationId="{7043E05F-184D-4F03-8A9D-D2A78C09A6FD}"/>
          </ac:spMkLst>
        </pc:spChg>
        <pc:spChg chg="add del">
          <ac:chgData name="Lâm Visal" userId="d69494eb3154d0d5" providerId="LiveId" clId="{B593099D-78F7-4C94-B8E8-4D623AE73D26}" dt="2025-09-26T15:27:37.358" v="98" actId="26606"/>
          <ac:spMkLst>
            <pc:docMk/>
            <pc:sldMk cId="2570968993" sldId="272"/>
            <ac:spMk id="25" creationId="{41F43512-5B5C-4D25-9BF3-E60A85A85702}"/>
          </ac:spMkLst>
        </pc:spChg>
        <pc:spChg chg="add del">
          <ac:chgData name="Lâm Visal" userId="d69494eb3154d0d5" providerId="LiveId" clId="{B593099D-78F7-4C94-B8E8-4D623AE73D26}" dt="2025-09-26T15:27:46.922" v="100" actId="26606"/>
          <ac:spMkLst>
            <pc:docMk/>
            <pc:sldMk cId="2570968993" sldId="272"/>
            <ac:spMk id="27" creationId="{8FD0DCA7-8768-4C62-B113-5FA8C70D22C7}"/>
          </ac:spMkLst>
        </pc:spChg>
        <pc:spChg chg="add del">
          <ac:chgData name="Lâm Visal" userId="d69494eb3154d0d5" providerId="LiveId" clId="{B593099D-78F7-4C94-B8E8-4D623AE73D26}" dt="2025-09-26T15:27:46.922" v="100" actId="26606"/>
          <ac:spMkLst>
            <pc:docMk/>
            <pc:sldMk cId="2570968993" sldId="272"/>
            <ac:spMk id="28" creationId="{1D23540D-89BB-4B19-BDB9-7954F41E9B27}"/>
          </ac:spMkLst>
        </pc:spChg>
        <pc:spChg chg="add del">
          <ac:chgData name="Lâm Visal" userId="d69494eb3154d0d5" providerId="LiveId" clId="{B593099D-78F7-4C94-B8E8-4D623AE73D26}" dt="2025-09-26T15:27:52.160" v="102" actId="26606"/>
          <ac:spMkLst>
            <pc:docMk/>
            <pc:sldMk cId="2570968993" sldId="272"/>
            <ac:spMk id="30" creationId="{7043E05F-184D-4F03-8A9D-D2A78C09A6FD}"/>
          </ac:spMkLst>
        </pc:spChg>
        <pc:spChg chg="add del">
          <ac:chgData name="Lâm Visal" userId="d69494eb3154d0d5" providerId="LiveId" clId="{B593099D-78F7-4C94-B8E8-4D623AE73D26}" dt="2025-09-26T15:27:52.160" v="102" actId="26606"/>
          <ac:spMkLst>
            <pc:docMk/>
            <pc:sldMk cId="2570968993" sldId="272"/>
            <ac:spMk id="31" creationId="{41F43512-5B5C-4D25-9BF3-E60A85A85702}"/>
          </ac:spMkLst>
        </pc:spChg>
        <pc:spChg chg="add del">
          <ac:chgData name="Lâm Visal" userId="d69494eb3154d0d5" providerId="LiveId" clId="{B593099D-78F7-4C94-B8E8-4D623AE73D26}" dt="2025-09-26T15:27:52.160" v="102" actId="26606"/>
          <ac:spMkLst>
            <pc:docMk/>
            <pc:sldMk cId="2570968993" sldId="272"/>
            <ac:spMk id="32" creationId="{63B53BC7-79EB-5A6C-D062-3E47A42179DC}"/>
          </ac:spMkLst>
        </pc:spChg>
        <pc:spChg chg="add del">
          <ac:chgData name="Lâm Visal" userId="d69494eb3154d0d5" providerId="LiveId" clId="{B593099D-78F7-4C94-B8E8-4D623AE73D26}" dt="2025-09-26T15:28:06.358" v="106" actId="26606"/>
          <ac:spMkLst>
            <pc:docMk/>
            <pc:sldMk cId="2570968993" sldId="272"/>
            <ac:spMk id="34" creationId="{8FD0DCA7-8768-4C62-B113-5FA8C70D22C7}"/>
          </ac:spMkLst>
        </pc:spChg>
        <pc:spChg chg="add del">
          <ac:chgData name="Lâm Visal" userId="d69494eb3154d0d5" providerId="LiveId" clId="{B593099D-78F7-4C94-B8E8-4D623AE73D26}" dt="2025-09-26T15:28:06.358" v="106" actId="26606"/>
          <ac:spMkLst>
            <pc:docMk/>
            <pc:sldMk cId="2570968993" sldId="272"/>
            <ac:spMk id="35" creationId="{1D23540D-89BB-4B19-BDB9-7954F41E9B27}"/>
          </ac:spMkLst>
        </pc:spChg>
        <pc:spChg chg="add">
          <ac:chgData name="Lâm Visal" userId="d69494eb3154d0d5" providerId="LiveId" clId="{B593099D-78F7-4C94-B8E8-4D623AE73D26}" dt="2025-09-26T15:28:06.358" v="106" actId="26606"/>
          <ac:spMkLst>
            <pc:docMk/>
            <pc:sldMk cId="2570968993" sldId="272"/>
            <ac:spMk id="39" creationId="{9828D104-BA2A-D8A4-FA48-77C26F0B77DE}"/>
          </ac:spMkLst>
        </pc:spChg>
        <pc:picChg chg="add mod ord">
          <ac:chgData name="Lâm Visal" userId="d69494eb3154d0d5" providerId="LiveId" clId="{B593099D-78F7-4C94-B8E8-4D623AE73D26}" dt="2025-09-26T15:28:06.358" v="106" actId="26606"/>
          <ac:picMkLst>
            <pc:docMk/>
            <pc:sldMk cId="2570968993" sldId="272"/>
            <ac:picMk id="5" creationId="{600B772F-5C9A-8695-471B-AA6CB7A9F935}"/>
          </ac:picMkLst>
        </pc:picChg>
        <pc:cxnChg chg="add del">
          <ac:chgData name="Lâm Visal" userId="d69494eb3154d0d5" providerId="LiveId" clId="{B593099D-78F7-4C94-B8E8-4D623AE73D26}" dt="2025-09-26T15:27:21.696" v="93" actId="26606"/>
          <ac:cxnSpMkLst>
            <pc:docMk/>
            <pc:sldMk cId="2570968993" sldId="272"/>
            <ac:cxnSpMk id="12" creationId="{1230DAD1-5153-48E1-99E6-8B2D5BEA1F47}"/>
          </ac:cxnSpMkLst>
        </pc:cxnChg>
        <pc:cxnChg chg="add del">
          <ac:chgData name="Lâm Visal" userId="d69494eb3154d0d5" providerId="LiveId" clId="{B593099D-78F7-4C94-B8E8-4D623AE73D26}" dt="2025-09-26T15:27:24.987" v="95" actId="26606"/>
          <ac:cxnSpMkLst>
            <pc:docMk/>
            <pc:sldMk cId="2570968993" sldId="272"/>
            <ac:cxnSpMk id="15" creationId="{CCC56CD4-A9DA-4BCF-97D9-5DC34619B94B}"/>
          </ac:cxnSpMkLst>
        </pc:cxnChg>
        <pc:cxnChg chg="add del">
          <ac:chgData name="Lâm Visal" userId="d69494eb3154d0d5" providerId="LiveId" clId="{B593099D-78F7-4C94-B8E8-4D623AE73D26}" dt="2025-09-26T15:27:52.191" v="103" actId="26606"/>
          <ac:cxnSpMkLst>
            <pc:docMk/>
            <pc:sldMk cId="2570968993" sldId="272"/>
            <ac:cxnSpMk id="18" creationId="{31F2472F-4A6B-47C3-B61E-729834362DA6}"/>
          </ac:cxnSpMkLst>
        </pc:cxnChg>
        <pc:cxnChg chg="add">
          <ac:chgData name="Lâm Visal" userId="d69494eb3154d0d5" providerId="LiveId" clId="{B593099D-78F7-4C94-B8E8-4D623AE73D26}" dt="2025-09-26T15:28:06.358" v="106" actId="26606"/>
          <ac:cxnSpMkLst>
            <pc:docMk/>
            <pc:sldMk cId="2570968993" sldId="272"/>
            <ac:cxnSpMk id="42" creationId="{31F2472F-4A6B-47C3-B61E-729834362DA6}"/>
          </ac:cxnSpMkLst>
        </pc:cxnChg>
      </pc:sldChg>
      <pc:sldChg chg="modSp new mod">
        <pc:chgData name="Lâm Visal" userId="d69494eb3154d0d5" providerId="LiveId" clId="{B593099D-78F7-4C94-B8E8-4D623AE73D26}" dt="2025-09-26T15:36:32.352" v="232" actId="255"/>
        <pc:sldMkLst>
          <pc:docMk/>
          <pc:sldMk cId="1974795944" sldId="273"/>
        </pc:sldMkLst>
        <pc:spChg chg="mod">
          <ac:chgData name="Lâm Visal" userId="d69494eb3154d0d5" providerId="LiveId" clId="{B593099D-78F7-4C94-B8E8-4D623AE73D26}" dt="2025-09-26T15:35:39.663" v="196" actId="20577"/>
          <ac:spMkLst>
            <pc:docMk/>
            <pc:sldMk cId="1974795944" sldId="273"/>
            <ac:spMk id="2" creationId="{C9124A6D-9C66-4817-A81F-45964945663E}"/>
          </ac:spMkLst>
        </pc:spChg>
        <pc:spChg chg="mod">
          <ac:chgData name="Lâm Visal" userId="d69494eb3154d0d5" providerId="LiveId" clId="{B593099D-78F7-4C94-B8E8-4D623AE73D26}" dt="2025-09-26T15:36:32.352" v="232" actId="255"/>
          <ac:spMkLst>
            <pc:docMk/>
            <pc:sldMk cId="1974795944" sldId="273"/>
            <ac:spMk id="3" creationId="{3A48C8FF-E566-A71C-B6D2-AB981D44925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61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103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08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505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1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176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551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097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741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982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310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81101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11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3731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2410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6783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535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1565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EDA6D-459A-C1BD-850E-F87E3B885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771" y="2346193"/>
            <a:ext cx="7765321" cy="1326321"/>
          </a:xfrm>
        </p:spPr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3. Thông tin </a:t>
            </a:r>
            <a:r>
              <a:rPr lang="en-US" dirty="0" err="1"/>
              <a:t>trong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750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Khởi động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400"/>
            </a:pPr>
            <a:r>
              <a:rPr dirty="0" err="1"/>
              <a:t>Câu</a:t>
            </a:r>
            <a:r>
              <a:rPr dirty="0"/>
              <a:t> </a:t>
            </a:r>
            <a:r>
              <a:rPr dirty="0" err="1"/>
              <a:t>hỏi</a:t>
            </a:r>
            <a:r>
              <a:rPr dirty="0"/>
              <a:t> </a:t>
            </a:r>
            <a:r>
              <a:rPr dirty="0" err="1"/>
              <a:t>gợi</a:t>
            </a:r>
            <a:r>
              <a:rPr dirty="0"/>
              <a:t> </a:t>
            </a:r>
            <a:r>
              <a:rPr dirty="0" err="1"/>
              <a:t>mở</a:t>
            </a:r>
            <a:r>
              <a:rPr dirty="0"/>
              <a:t>: </a:t>
            </a:r>
            <a:r>
              <a:rPr dirty="0" err="1"/>
              <a:t>Máy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lưu</a:t>
            </a:r>
            <a:r>
              <a:rPr dirty="0"/>
              <a:t> </a:t>
            </a:r>
            <a:r>
              <a:rPr dirty="0" err="1"/>
              <a:t>trữ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tin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gì</a:t>
            </a:r>
            <a:r>
              <a:rPr dirty="0"/>
              <a:t>?</a:t>
            </a:r>
          </a:p>
          <a:p>
            <a:pPr>
              <a:defRPr sz="2400"/>
            </a:pPr>
            <a:r>
              <a:rPr dirty="0"/>
              <a:t>1. Thông tin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máy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biểu</a:t>
            </a:r>
            <a:r>
              <a:rPr dirty="0"/>
              <a:t> </a:t>
            </a:r>
            <a:r>
              <a:rPr dirty="0" err="1"/>
              <a:t>diễn</a:t>
            </a:r>
            <a:r>
              <a:rPr dirty="0"/>
              <a:t> </a:t>
            </a:r>
            <a:r>
              <a:rPr dirty="0" err="1"/>
              <a:t>dưới</a:t>
            </a:r>
            <a:r>
              <a:rPr dirty="0"/>
              <a:t> </a:t>
            </a:r>
            <a:r>
              <a:rPr dirty="0" err="1"/>
              <a:t>dạng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.</a:t>
            </a:r>
          </a:p>
          <a:p>
            <a:pPr>
              <a:defRPr sz="2400"/>
            </a:pPr>
            <a:r>
              <a:rPr dirty="0"/>
              <a:t>2. </a:t>
            </a:r>
            <a:r>
              <a:rPr dirty="0" err="1"/>
              <a:t>Máy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hiểu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lí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tin </a:t>
            </a:r>
            <a:r>
              <a:rPr dirty="0" err="1"/>
              <a:t>dưới</a:t>
            </a:r>
            <a:r>
              <a:rPr dirty="0"/>
              <a:t> </a:t>
            </a:r>
            <a:r>
              <a:rPr dirty="0" err="1"/>
              <a:t>dạng</a:t>
            </a:r>
            <a:r>
              <a:rPr dirty="0"/>
              <a:t> </a:t>
            </a:r>
            <a:r>
              <a:rPr dirty="0" err="1"/>
              <a:t>dãy</a:t>
            </a:r>
            <a:r>
              <a:rPr dirty="0"/>
              <a:t> bit (0 </a:t>
            </a:r>
            <a:r>
              <a:rPr dirty="0" err="1"/>
              <a:t>và</a:t>
            </a:r>
            <a:r>
              <a:rPr dirty="0"/>
              <a:t> 1).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Giới thiệu bài học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400"/>
            </a:pPr>
            <a:r>
              <a:rPr dirty="0" err="1"/>
              <a:t>Mục</a:t>
            </a:r>
            <a:r>
              <a:rPr dirty="0"/>
              <a:t> </a:t>
            </a:r>
            <a:r>
              <a:rPr dirty="0" err="1"/>
              <a:t>tiêu</a:t>
            </a:r>
            <a:r>
              <a:rPr dirty="0"/>
              <a:t>: </a:t>
            </a:r>
            <a:r>
              <a:rPr dirty="0" err="1"/>
              <a:t>Hiểu</a:t>
            </a:r>
            <a:r>
              <a:rPr dirty="0"/>
              <a:t> </a:t>
            </a:r>
            <a:r>
              <a:rPr dirty="0" err="1"/>
              <a:t>cách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tin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biểu</a:t>
            </a:r>
            <a:r>
              <a:rPr dirty="0"/>
              <a:t> </a:t>
            </a:r>
            <a:r>
              <a:rPr dirty="0" err="1"/>
              <a:t>diễn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máy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vị</a:t>
            </a:r>
            <a:r>
              <a:rPr dirty="0"/>
              <a:t> </a:t>
            </a:r>
            <a:r>
              <a:rPr dirty="0" err="1"/>
              <a:t>đo</a:t>
            </a:r>
            <a:r>
              <a:rPr dirty="0"/>
              <a:t> dung </a:t>
            </a:r>
            <a:r>
              <a:rPr dirty="0" err="1"/>
              <a:t>lượng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Biểu diễn thông tin trong máy tính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400"/>
            </a:pPr>
            <a:r>
              <a:rPr dirty="0"/>
              <a:t>Thông tin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chuyển</a:t>
            </a:r>
            <a:r>
              <a:rPr dirty="0"/>
              <a:t>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dãy</a:t>
            </a:r>
            <a:r>
              <a:rPr dirty="0"/>
              <a:t> bit.</a:t>
            </a:r>
          </a:p>
          <a:p>
            <a:pPr>
              <a:defRPr sz="2400"/>
            </a:pPr>
            <a:r>
              <a:rPr dirty="0"/>
              <a:t>Bit </a:t>
            </a:r>
            <a:r>
              <a:rPr lang="en-US" dirty="0" err="1"/>
              <a:t>là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vị</a:t>
            </a:r>
            <a:r>
              <a:rPr dirty="0"/>
              <a:t> </a:t>
            </a:r>
            <a:r>
              <a:rPr dirty="0" err="1"/>
              <a:t>nhỏ</a:t>
            </a:r>
            <a:r>
              <a:rPr dirty="0"/>
              <a:t> </a:t>
            </a:r>
            <a:r>
              <a:rPr dirty="0" err="1"/>
              <a:t>nhất</a:t>
            </a:r>
            <a:r>
              <a:rPr dirty="0"/>
              <a:t>,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giá</a:t>
            </a:r>
            <a:r>
              <a:rPr dirty="0"/>
              <a:t> </a:t>
            </a:r>
            <a:r>
              <a:rPr dirty="0" err="1"/>
              <a:t>trị</a:t>
            </a:r>
            <a:r>
              <a:rPr dirty="0"/>
              <a:t> 0 </a:t>
            </a:r>
            <a:r>
              <a:rPr dirty="0" err="1"/>
              <a:t>hoặc</a:t>
            </a:r>
            <a:r>
              <a:rPr dirty="0"/>
              <a:t>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Minh hoạ thực tế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/>
            </a:pPr>
            <a:r>
              <a:t>Dung lượng ảnh, video, phần mềm.</a:t>
            </a:r>
          </a:p>
          <a:p>
            <a:pPr>
              <a:defRPr sz="2400"/>
            </a:pPr>
            <a:r>
              <a:t>Ví dụ: Một bài nhạc mp3 ≈ 5 MB.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Biểu diễn số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/>
            </a:pPr>
            <a:r>
              <a:t>Máy tính biểu diễn số ở hệ nhị phân (0, 1).</a:t>
            </a:r>
          </a:p>
          <a:p>
            <a:pPr>
              <a:defRPr sz="2400"/>
            </a:pPr>
            <a:r>
              <a:t>Ví dụ: số 5 (hệ 10) = 101 (hệ 2).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Biểu diễn văn bản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/>
            </a:pPr>
            <a:r>
              <a:t>Mỗi ký tự được gán một mã số.</a:t>
            </a:r>
          </a:p>
          <a:p>
            <a:pPr>
              <a:defRPr sz="2400"/>
            </a:pPr>
            <a:r>
              <a:t>Bộ mã phổ biến: ASCII, Unicode.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CFBD7-4C85-CE00-14BE-4ABF9CA32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833" y="609600"/>
            <a:ext cx="2334834" cy="132632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endParaRPr lang="en-US"/>
          </a:p>
        </p:txBody>
      </p:sp>
      <p:pic>
        <p:nvPicPr>
          <p:cNvPr id="5" name="Content Placeholder 4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600B772F-5C9A-8695-471B-AA6CB7A9F9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58" r="1" b="13403"/>
          <a:stretch>
            <a:fillRect/>
          </a:stretch>
        </p:blipFill>
        <p:spPr>
          <a:xfrm>
            <a:off x="20" y="10"/>
            <a:ext cx="5664688" cy="6857990"/>
          </a:xfrm>
          <a:prstGeom prst="rect">
            <a:avLst/>
          </a:prstGeom>
        </p:spPr>
      </p:pic>
      <p:sp>
        <p:nvSpPr>
          <p:cNvPr id="39" name="Content Placeholder 38">
            <a:extLst>
              <a:ext uri="{FF2B5EF4-FFF2-40B4-BE49-F238E27FC236}">
                <a16:creationId xmlns:a16="http://schemas.microsoft.com/office/drawing/2014/main" id="{9828D104-BA2A-D8A4-FA48-77C26F0B7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833" y="2096064"/>
            <a:ext cx="2334834" cy="3695136"/>
          </a:xfrm>
        </p:spPr>
        <p:txBody>
          <a:bodyPr>
            <a:normAutofit/>
          </a:bodyPr>
          <a:lstStyle/>
          <a:p>
            <a:endParaRPr lang="en-US" sz="160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1F2472F-4A6B-47C3-B61E-729834362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94067" y="45720"/>
            <a:ext cx="0" cy="6766560"/>
          </a:xfrm>
          <a:prstGeom prst="line">
            <a:avLst/>
          </a:prstGeom>
          <a:ln w="190500" cap="sq">
            <a:solidFill>
              <a:srgbClr val="FFFFFF"/>
            </a:solidFill>
            <a:miter lim="800000"/>
          </a:ln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968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24A6D-9C66-4817-A81F-45964945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c=67, A=65, F=70, E=69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8C8FF-E566-A71C-B6D2-AB981D449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01000011 01000001 01000110 01000101</a:t>
            </a:r>
          </a:p>
        </p:txBody>
      </p:sp>
    </p:spTree>
    <p:extLst>
      <p:ext uri="{BB962C8B-B14F-4D97-AF65-F5344CB8AC3E}">
        <p14:creationId xmlns:p14="http://schemas.microsoft.com/office/powerpoint/2010/main" val="1974795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052280-388E-4151-A1EB-5236D4FCC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927100"/>
            <a:ext cx="2564074" cy="4616450"/>
          </a:xfrm>
        </p:spPr>
        <p:txBody>
          <a:bodyPr>
            <a:normAutofit/>
          </a:bodyPr>
          <a:lstStyle/>
          <a:p>
            <a:r>
              <a:t>Biểu diễn hình ảnh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4251C3-E720-4363-8AF0-20AD31937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301359"/>
            <a:ext cx="0" cy="191135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021" y="971549"/>
            <a:ext cx="4718646" cy="4616450"/>
          </a:xfrm>
        </p:spPr>
        <p:txBody>
          <a:bodyPr anchor="ctr">
            <a:normAutofit/>
          </a:bodyPr>
          <a:lstStyle/>
          <a:p>
            <a:endParaRPr/>
          </a:p>
          <a:p>
            <a:pPr>
              <a:defRPr sz="2400"/>
            </a:pPr>
            <a:r>
              <a:t>Hình ảnh là tập hợp điểm ảnh (pixel).</a:t>
            </a:r>
          </a:p>
          <a:p>
            <a:pPr>
              <a:defRPr sz="2400"/>
            </a:pPr>
            <a:r>
              <a:t>Mỗi pixel có màu xác định bởi mã nhị phân.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FBA67F-0D4D-4C2E-A1D7-82D080A4B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1326321"/>
          </a:xfrm>
        </p:spPr>
        <p:txBody>
          <a:bodyPr>
            <a:normAutofit/>
          </a:bodyPr>
          <a:lstStyle/>
          <a:p>
            <a:r>
              <a:rPr dirty="0" err="1"/>
              <a:t>Biểu</a:t>
            </a:r>
            <a:r>
              <a:rPr dirty="0"/>
              <a:t> </a:t>
            </a:r>
            <a:r>
              <a:rPr dirty="0" err="1"/>
              <a:t>diễn</a:t>
            </a:r>
            <a:r>
              <a:rPr dirty="0"/>
              <a:t> </a:t>
            </a:r>
            <a:r>
              <a:rPr dirty="0" err="1"/>
              <a:t>âm</a:t>
            </a:r>
            <a:r>
              <a:rPr dirty="0"/>
              <a:t> </a:t>
            </a:r>
            <a:r>
              <a:rPr dirty="0" err="1"/>
              <a:t>thanh</a:t>
            </a:r>
            <a:endParaRPr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A2AC96-1E47-421C-A03F-F98E354EB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95500"/>
            <a:ext cx="9144000" cy="47625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0137" y="2463800"/>
            <a:ext cx="6935739" cy="3327400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defRPr sz="2400"/>
            </a:pPr>
            <a:r>
              <a:rPr dirty="0" err="1"/>
              <a:t>Âm</a:t>
            </a:r>
            <a:r>
              <a:rPr dirty="0"/>
              <a:t> </a:t>
            </a:r>
            <a:r>
              <a:rPr dirty="0" err="1"/>
              <a:t>thanh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: </a:t>
            </a:r>
            <a:r>
              <a:rPr dirty="0" err="1"/>
              <a:t>lưu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giá</a:t>
            </a:r>
            <a:r>
              <a:rPr dirty="0"/>
              <a:t> </a:t>
            </a:r>
            <a:r>
              <a:rPr dirty="0" err="1"/>
              <a:t>trị</a:t>
            </a:r>
            <a:r>
              <a:rPr dirty="0"/>
              <a:t> </a:t>
            </a:r>
            <a:r>
              <a:rPr dirty="0" err="1"/>
              <a:t>biên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tại</a:t>
            </a:r>
            <a:r>
              <a:rPr dirty="0"/>
              <a:t> </a:t>
            </a:r>
            <a:r>
              <a:rPr dirty="0" err="1"/>
              <a:t>từng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(sampling).</a:t>
            </a:r>
            <a:r>
              <a:rPr lang="en-US" dirty="0"/>
              <a:t> </a:t>
            </a:r>
            <a:r>
              <a:rPr lang="en-US" dirty="0" err="1"/>
              <a:t>Âm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dãy</a:t>
            </a:r>
            <a:r>
              <a:rPr lang="en-US" dirty="0"/>
              <a:t> bit.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Lưu trữ thông tin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/>
            </a:pPr>
            <a:r>
              <a:t>Thiết bị lưu trữ: Ổ cứng, USB, thẻ nhớ.</a:t>
            </a:r>
          </a:p>
          <a:p>
            <a:pPr>
              <a:defRPr sz="2400"/>
            </a:pPr>
            <a:r>
              <a:t>Dung lượng khác nhau phù hợp nhu cầu.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Byte và các đơn vị lớn hơn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/>
            </a:pPr>
            <a:r>
              <a:t>1 byte = 8 bit.</a:t>
            </a:r>
          </a:p>
          <a:p>
            <a:pPr>
              <a:defRPr sz="2400"/>
            </a:pPr>
            <a:r>
              <a:t>Các đơn vị: KB, MB, GB, TB, …</a:t>
            </a:r>
          </a:p>
        </p:txBody>
      </p:sp>
    </p:spTree>
    <p:extLst>
      <p:ext uri="{BB962C8B-B14F-4D97-AF65-F5344CB8AC3E}">
        <p14:creationId xmlns:p14="http://schemas.microsoft.com/office/powerpoint/2010/main" val="398339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hỏi trắc nghiệm (SGK)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400"/>
            </a:pPr>
            <a:r>
              <a:rPr dirty="0" err="1"/>
              <a:t>Máy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biểu</a:t>
            </a:r>
            <a:r>
              <a:rPr dirty="0"/>
              <a:t> </a:t>
            </a:r>
            <a:r>
              <a:rPr dirty="0" err="1"/>
              <a:t>diễn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tin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gì</a:t>
            </a:r>
            <a:r>
              <a:rPr dirty="0"/>
              <a:t>?</a:t>
            </a:r>
          </a:p>
          <a:p>
            <a:pPr>
              <a:defRPr sz="2400"/>
            </a:pPr>
            <a:r>
              <a:rPr dirty="0"/>
              <a:t>a.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thập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  b.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nhị</a:t>
            </a:r>
            <a:r>
              <a:rPr dirty="0"/>
              <a:t> </a:t>
            </a:r>
            <a:r>
              <a:rPr dirty="0" err="1"/>
              <a:t>phân</a:t>
            </a:r>
            <a:endParaRPr dirty="0"/>
          </a:p>
          <a:p>
            <a:pPr>
              <a:defRPr sz="2400"/>
            </a:pPr>
            <a:r>
              <a:rPr dirty="0"/>
              <a:t>c.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bát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  d.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thập</a:t>
            </a:r>
            <a:r>
              <a:rPr dirty="0"/>
              <a:t> </a:t>
            </a:r>
            <a:r>
              <a:rPr dirty="0" err="1"/>
              <a:t>lục</a:t>
            </a:r>
            <a:r>
              <a:rPr dirty="0"/>
              <a:t> </a:t>
            </a:r>
            <a:r>
              <a:rPr dirty="0" err="1"/>
              <a:t>phân</a:t>
            </a:r>
            <a:endParaRPr dirty="0"/>
          </a:p>
          <a:p>
            <a:pPr>
              <a:defRPr sz="2400"/>
            </a:pPr>
            <a:r>
              <a:rPr dirty="0" err="1"/>
              <a:t>Đáp</a:t>
            </a:r>
            <a:r>
              <a:rPr dirty="0"/>
              <a:t> </a:t>
            </a:r>
            <a:r>
              <a:rPr dirty="0" err="1"/>
              <a:t>án</a:t>
            </a:r>
            <a:r>
              <a:rPr dirty="0"/>
              <a:t>: 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hỏi trắc nghiệm thêm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400"/>
            </a:pP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vị</a:t>
            </a:r>
            <a:r>
              <a:rPr dirty="0"/>
              <a:t> </a:t>
            </a:r>
            <a:r>
              <a:rPr dirty="0" err="1"/>
              <a:t>nào</a:t>
            </a:r>
            <a:r>
              <a:rPr dirty="0"/>
              <a:t> </a:t>
            </a:r>
            <a:r>
              <a:rPr dirty="0" err="1"/>
              <a:t>nhỏ</a:t>
            </a:r>
            <a:r>
              <a:rPr dirty="0"/>
              <a:t> </a:t>
            </a:r>
            <a:r>
              <a:rPr dirty="0" err="1"/>
              <a:t>nhất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đo</a:t>
            </a:r>
            <a:r>
              <a:rPr dirty="0"/>
              <a:t> dung </a:t>
            </a:r>
            <a:r>
              <a:rPr dirty="0" err="1"/>
              <a:t>lượng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tin?</a:t>
            </a:r>
          </a:p>
          <a:p>
            <a:pPr>
              <a:defRPr sz="2400"/>
            </a:pPr>
            <a:r>
              <a:rPr dirty="0"/>
              <a:t>a. Bit   b. Byte   c. KB   d. MB</a:t>
            </a:r>
          </a:p>
          <a:p>
            <a:pPr>
              <a:defRPr sz="2400"/>
            </a:pPr>
            <a:r>
              <a:rPr dirty="0" err="1"/>
              <a:t>Đáp</a:t>
            </a:r>
            <a:r>
              <a:rPr dirty="0"/>
              <a:t> </a:t>
            </a:r>
            <a:r>
              <a:rPr dirty="0" err="1"/>
              <a:t>án</a:t>
            </a:r>
            <a:r>
              <a:rPr dirty="0"/>
              <a:t>: 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hỏi trắc nghiệm thêm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400"/>
            </a:pPr>
            <a:r>
              <a:rPr dirty="0"/>
              <a:t>1 KB </a:t>
            </a:r>
            <a:r>
              <a:rPr dirty="0" err="1"/>
              <a:t>bằng</a:t>
            </a:r>
            <a:r>
              <a:rPr dirty="0"/>
              <a:t> bao </a:t>
            </a:r>
            <a:r>
              <a:rPr dirty="0" err="1"/>
              <a:t>nhiêu</a:t>
            </a:r>
            <a:r>
              <a:rPr dirty="0"/>
              <a:t> byte?</a:t>
            </a:r>
          </a:p>
          <a:p>
            <a:pPr>
              <a:defRPr sz="2400"/>
            </a:pPr>
            <a:r>
              <a:rPr dirty="0"/>
              <a:t>a. 10   b. 100   c. 1024   d. 1000</a:t>
            </a:r>
          </a:p>
          <a:p>
            <a:pPr>
              <a:defRPr sz="2400"/>
            </a:pPr>
            <a:r>
              <a:rPr dirty="0" err="1"/>
              <a:t>Đáp</a:t>
            </a:r>
            <a:r>
              <a:rPr dirty="0"/>
              <a:t> </a:t>
            </a:r>
            <a:r>
              <a:rPr dirty="0" err="1"/>
              <a:t>án</a:t>
            </a:r>
            <a:r>
              <a:rPr dirty="0"/>
              <a:t>: 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hỏi trắc nghiệm thêm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400"/>
            </a:pPr>
            <a:r>
              <a:rPr dirty="0"/>
              <a:t>Thông tin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máy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lưu</a:t>
            </a:r>
            <a:r>
              <a:rPr dirty="0"/>
              <a:t> </a:t>
            </a:r>
            <a:r>
              <a:rPr dirty="0" err="1"/>
              <a:t>dưới</a:t>
            </a:r>
            <a:r>
              <a:rPr dirty="0"/>
              <a:t> </a:t>
            </a:r>
            <a:r>
              <a:rPr dirty="0" err="1"/>
              <a:t>dạng</a:t>
            </a:r>
            <a:r>
              <a:rPr dirty="0"/>
              <a:t> </a:t>
            </a:r>
            <a:r>
              <a:rPr dirty="0" err="1"/>
              <a:t>gì</a:t>
            </a:r>
            <a:r>
              <a:rPr dirty="0"/>
              <a:t>?</a:t>
            </a:r>
          </a:p>
          <a:p>
            <a:pPr>
              <a:defRPr sz="2400"/>
            </a:pPr>
            <a:r>
              <a:rPr dirty="0"/>
              <a:t>a. </a:t>
            </a:r>
            <a:r>
              <a:rPr dirty="0" err="1"/>
              <a:t>Dãy</a:t>
            </a:r>
            <a:r>
              <a:rPr dirty="0"/>
              <a:t> </a:t>
            </a:r>
            <a:r>
              <a:rPr dirty="0" err="1"/>
              <a:t>ký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  b. </a:t>
            </a:r>
            <a:r>
              <a:rPr dirty="0" err="1"/>
              <a:t>Dãy</a:t>
            </a:r>
            <a:r>
              <a:rPr dirty="0"/>
              <a:t> bit</a:t>
            </a:r>
          </a:p>
          <a:p>
            <a:pPr>
              <a:defRPr sz="2400"/>
            </a:pPr>
            <a:r>
              <a:rPr dirty="0"/>
              <a:t>c. </a:t>
            </a:r>
            <a:r>
              <a:rPr dirty="0" err="1"/>
              <a:t>Dãy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nguyên</a:t>
            </a:r>
            <a:r>
              <a:rPr dirty="0"/>
              <a:t>   d. </a:t>
            </a:r>
            <a:r>
              <a:rPr dirty="0" err="1"/>
              <a:t>Dãy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thức</a:t>
            </a:r>
            <a:endParaRPr dirty="0"/>
          </a:p>
          <a:p>
            <a:pPr>
              <a:defRPr sz="2400"/>
            </a:pPr>
            <a:r>
              <a:rPr dirty="0" err="1"/>
              <a:t>Đáp</a:t>
            </a:r>
            <a:r>
              <a:rPr dirty="0"/>
              <a:t> </a:t>
            </a:r>
            <a:r>
              <a:rPr dirty="0" err="1"/>
              <a:t>án</a:t>
            </a:r>
            <a:r>
              <a:rPr dirty="0"/>
              <a:t>: 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Tổng kết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400"/>
            </a:pPr>
            <a:r>
              <a:rPr dirty="0" err="1"/>
              <a:t>Máy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lưu</a:t>
            </a:r>
            <a:r>
              <a:rPr dirty="0"/>
              <a:t> </a:t>
            </a:r>
            <a:r>
              <a:rPr dirty="0" err="1"/>
              <a:t>trữ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tin </a:t>
            </a:r>
            <a:r>
              <a:rPr dirty="0" err="1"/>
              <a:t>dưới</a:t>
            </a:r>
            <a:r>
              <a:rPr dirty="0"/>
              <a:t> </a:t>
            </a:r>
            <a:r>
              <a:rPr dirty="0" err="1"/>
              <a:t>dạng</a:t>
            </a:r>
            <a:r>
              <a:rPr dirty="0"/>
              <a:t> bit.</a:t>
            </a:r>
          </a:p>
          <a:p>
            <a:pPr>
              <a:defRPr sz="2400"/>
            </a:pP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nhiều</a:t>
            </a:r>
            <a:r>
              <a:rPr dirty="0"/>
              <a:t> </a:t>
            </a:r>
            <a:r>
              <a:rPr dirty="0" err="1"/>
              <a:t>cách</a:t>
            </a:r>
            <a:r>
              <a:rPr dirty="0"/>
              <a:t> </a:t>
            </a:r>
            <a:r>
              <a:rPr dirty="0" err="1"/>
              <a:t>biểu</a:t>
            </a:r>
            <a:r>
              <a:rPr dirty="0"/>
              <a:t> </a:t>
            </a:r>
            <a:r>
              <a:rPr dirty="0" err="1"/>
              <a:t>diễn</a:t>
            </a:r>
            <a:r>
              <a:rPr dirty="0"/>
              <a:t>: </a:t>
            </a:r>
            <a:r>
              <a:rPr dirty="0" err="1"/>
              <a:t>số</a:t>
            </a:r>
            <a:r>
              <a:rPr dirty="0"/>
              <a:t>, </a:t>
            </a:r>
            <a:r>
              <a:rPr dirty="0" err="1"/>
              <a:t>văn</a:t>
            </a:r>
            <a:r>
              <a:rPr dirty="0"/>
              <a:t> </a:t>
            </a:r>
            <a:r>
              <a:rPr dirty="0" err="1"/>
              <a:t>bản</a:t>
            </a:r>
            <a:r>
              <a:rPr dirty="0"/>
              <a:t>,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, </a:t>
            </a:r>
            <a:r>
              <a:rPr dirty="0" err="1"/>
              <a:t>âm</a:t>
            </a:r>
            <a:r>
              <a:rPr dirty="0"/>
              <a:t> </a:t>
            </a:r>
            <a:r>
              <a:rPr dirty="0" err="1"/>
              <a:t>thanh</a:t>
            </a:r>
            <a:r>
              <a:rPr dirty="0"/>
              <a:t>.</a:t>
            </a:r>
          </a:p>
          <a:p>
            <a:pPr>
              <a:defRPr sz="2400"/>
            </a:pP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vị</a:t>
            </a:r>
            <a:r>
              <a:rPr dirty="0"/>
              <a:t> </a:t>
            </a:r>
            <a:r>
              <a:rPr dirty="0" err="1"/>
              <a:t>đo</a:t>
            </a:r>
            <a:r>
              <a:rPr dirty="0"/>
              <a:t> dung </a:t>
            </a:r>
            <a:r>
              <a:rPr dirty="0" err="1"/>
              <a:t>lượng</a:t>
            </a:r>
            <a:r>
              <a:rPr dirty="0"/>
              <a:t>: bit, byte, KB, MB,</a:t>
            </a:r>
            <a:r>
              <a:rPr lang="en-US" dirty="0"/>
              <a:t> GB, TB</a:t>
            </a:r>
            <a:r>
              <a:rPr dirty="0"/>
              <a:t> …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6D8C60"/>
      </a:dk2>
      <a:lt2>
        <a:srgbClr val="B1D7A1"/>
      </a:lt2>
      <a:accent1>
        <a:srgbClr val="81B992"/>
      </a:accent1>
      <a:accent2>
        <a:srgbClr val="9ABC65"/>
      </a:accent2>
      <a:accent3>
        <a:srgbClr val="BDB564"/>
      </a:accent3>
      <a:accent4>
        <a:srgbClr val="BD8964"/>
      </a:accent4>
      <a:accent5>
        <a:srgbClr val="BD6466"/>
      </a:accent5>
      <a:accent6>
        <a:srgbClr val="64A4BD"/>
      </a:accent6>
      <a:hlink>
        <a:srgbClr val="8CCC71"/>
      </a:hlink>
      <a:folHlink>
        <a:srgbClr val="A4C795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4539428D-6454-4FE6-B992-2D59F0AC2F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46</TotalTime>
  <Words>518</Words>
  <Application>Microsoft Office PowerPoint</Application>
  <PresentationFormat>On-screen Show (4:3)</PresentationFormat>
  <Paragraphs>69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Bookman Old Style</vt:lpstr>
      <vt:lpstr>Rockwell</vt:lpstr>
      <vt:lpstr>Damask</vt:lpstr>
      <vt:lpstr>Bài 3. Thông tin trong  máy tính</vt:lpstr>
      <vt:lpstr>Khởi động</vt:lpstr>
      <vt:lpstr>Giới thiệu bài học</vt:lpstr>
      <vt:lpstr>Biểu diễn thông tin trong máy tính</vt:lpstr>
      <vt:lpstr>Minh hoạ thực tế</vt:lpstr>
      <vt:lpstr>Biểu diễn số</vt:lpstr>
      <vt:lpstr>Biểu diễn văn bản</vt:lpstr>
      <vt:lpstr>PowerPoint Presentation</vt:lpstr>
      <vt:lpstr>c=67, A=65, F=70, E=69</vt:lpstr>
      <vt:lpstr>Biểu diễn hình ảnh</vt:lpstr>
      <vt:lpstr>Biểu diễn âm thanh</vt:lpstr>
      <vt:lpstr>Lưu trữ thông tin</vt:lpstr>
      <vt:lpstr>Byte và các đơn vị lớn hơn</vt:lpstr>
      <vt:lpstr>Câu hỏi trắc nghiệm (SGK)</vt:lpstr>
      <vt:lpstr>Câu hỏi trắc nghiệm thêm (1)</vt:lpstr>
      <vt:lpstr>Câu hỏi trắc nghiệm thêm (2)</vt:lpstr>
      <vt:lpstr>Câu hỏi trắc nghiệm thêm (3)</vt:lpstr>
      <vt:lpstr>Tổng kết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Lâm Visal</cp:lastModifiedBy>
  <cp:revision>1</cp:revision>
  <dcterms:created xsi:type="dcterms:W3CDTF">2013-01-27T09:14:16Z</dcterms:created>
  <dcterms:modified xsi:type="dcterms:W3CDTF">2025-09-26T16:04:49Z</dcterms:modified>
  <cp:category/>
</cp:coreProperties>
</file>