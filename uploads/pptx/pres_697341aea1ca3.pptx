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8" r:id="rId9"/>
    <p:sldId id="269" r:id="rId10"/>
    <p:sldId id="270" r:id="rId11"/>
    <p:sldId id="260" r:id="rId12"/>
    <p:sldId id="271" r:id="rId13"/>
    <p:sldId id="273" r:id="rId14"/>
    <p:sldId id="272" r:id="rId15"/>
    <p:sldId id="274" r:id="rId16"/>
    <p:sldId id="275" r:id="rId17"/>
    <p:sldId id="261" r:id="rId18"/>
    <p:sldId id="262" r:id="rId19"/>
    <p:sldId id="263" r:id="rId20"/>
    <p:sldId id="264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8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ransition spd="slow">
    <p:wipe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HỆ THỐNG THI TRỰC TUYẾN</a:t>
            </a:r>
            <a:br/>
            <a:r>
              <a:t>TRƯỜNG THCS CHÂU VĂN ĐƠ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🎓 Giới thiệu &amp; Hướng dẫn sử dụng cho Giáo viên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💡 Giới thiệu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 sz="2800" dirty="0" err="1"/>
              <a:t>Hệ</a:t>
            </a:r>
            <a:r>
              <a:rPr sz="2800" dirty="0"/>
              <a:t> </a:t>
            </a:r>
            <a:r>
              <a:rPr sz="2800" dirty="0" err="1"/>
              <a:t>thống</a:t>
            </a:r>
            <a:r>
              <a:rPr sz="2800" dirty="0"/>
              <a:t> </a:t>
            </a:r>
            <a:r>
              <a:rPr sz="2800" dirty="0" err="1"/>
              <a:t>thi</a:t>
            </a:r>
            <a:r>
              <a:rPr sz="2800" dirty="0"/>
              <a:t> </a:t>
            </a:r>
            <a:r>
              <a:rPr sz="2800" dirty="0" err="1"/>
              <a:t>trực</a:t>
            </a:r>
            <a:r>
              <a:rPr sz="2800" dirty="0"/>
              <a:t> </a:t>
            </a:r>
            <a:r>
              <a:rPr sz="2800" dirty="0" err="1"/>
              <a:t>tuyến</a:t>
            </a:r>
            <a:r>
              <a:rPr sz="2800" dirty="0"/>
              <a:t> </a:t>
            </a:r>
            <a:r>
              <a:rPr sz="2800" dirty="0" err="1"/>
              <a:t>được</a:t>
            </a:r>
            <a:r>
              <a:rPr sz="2800" dirty="0"/>
              <a:t> </a:t>
            </a:r>
            <a:r>
              <a:rPr sz="2800" dirty="0" err="1"/>
              <a:t>xây</a:t>
            </a:r>
            <a:r>
              <a:rPr sz="2800" dirty="0"/>
              <a:t> </a:t>
            </a:r>
            <a:r>
              <a:rPr sz="2800" dirty="0" err="1"/>
              <a:t>dựng</a:t>
            </a:r>
            <a:r>
              <a:rPr sz="2800" dirty="0"/>
              <a:t> </a:t>
            </a:r>
            <a:r>
              <a:rPr sz="2800" dirty="0" err="1"/>
              <a:t>nhằm</a:t>
            </a:r>
            <a:r>
              <a:rPr sz="2800" dirty="0"/>
              <a:t> </a:t>
            </a:r>
            <a:r>
              <a:rPr sz="2800" dirty="0" err="1"/>
              <a:t>hỗ</a:t>
            </a:r>
            <a:r>
              <a:rPr sz="2800" dirty="0"/>
              <a:t> </a:t>
            </a:r>
            <a:r>
              <a:rPr sz="2800" dirty="0" err="1"/>
              <a:t>trợ</a:t>
            </a:r>
            <a:r>
              <a:rPr sz="2800" dirty="0"/>
              <a:t> </a:t>
            </a:r>
            <a:r>
              <a:rPr sz="2800" dirty="0" err="1"/>
              <a:t>công</a:t>
            </a:r>
            <a:r>
              <a:rPr sz="2800" dirty="0"/>
              <a:t> </a:t>
            </a:r>
            <a:r>
              <a:rPr sz="2800" dirty="0" err="1"/>
              <a:t>tác</a:t>
            </a:r>
            <a:r>
              <a:rPr sz="2800" dirty="0"/>
              <a:t> </a:t>
            </a:r>
            <a:r>
              <a:rPr sz="2800" dirty="0" err="1"/>
              <a:t>kiểm</a:t>
            </a:r>
            <a:r>
              <a:rPr sz="2800" dirty="0"/>
              <a:t> </a:t>
            </a:r>
            <a:r>
              <a:rPr sz="2800" dirty="0" err="1"/>
              <a:t>tra</a:t>
            </a:r>
            <a:r>
              <a:rPr sz="2800" dirty="0"/>
              <a:t> </a:t>
            </a:r>
            <a:r>
              <a:rPr sz="2800" dirty="0" err="1"/>
              <a:t>đánh</a:t>
            </a:r>
            <a:r>
              <a:rPr sz="2800" dirty="0"/>
              <a:t> </a:t>
            </a:r>
            <a:r>
              <a:rPr sz="2800" dirty="0" err="1"/>
              <a:t>giá</a:t>
            </a:r>
            <a:r>
              <a:rPr sz="2800" dirty="0"/>
              <a:t> </a:t>
            </a:r>
            <a:r>
              <a:rPr sz="2800" dirty="0" err="1"/>
              <a:t>tại</a:t>
            </a:r>
            <a:r>
              <a:rPr sz="2800" dirty="0"/>
              <a:t> </a:t>
            </a:r>
            <a:r>
              <a:rPr sz="2800" dirty="0" err="1"/>
              <a:t>trường</a:t>
            </a:r>
            <a:r>
              <a:rPr sz="2800" dirty="0"/>
              <a:t> THCS Châu Văn </a:t>
            </a:r>
            <a:r>
              <a:rPr sz="2800" dirty="0" err="1"/>
              <a:t>Đơ</a:t>
            </a:r>
            <a:r>
              <a:rPr sz="2800" dirty="0"/>
              <a:t>.</a:t>
            </a:r>
            <a:br>
              <a:rPr sz="2800" dirty="0"/>
            </a:br>
            <a:br>
              <a:rPr sz="2800" dirty="0"/>
            </a:br>
            <a:r>
              <a:rPr sz="2800" dirty="0"/>
              <a:t>Ba </a:t>
            </a:r>
            <a:r>
              <a:rPr sz="2800" dirty="0" err="1"/>
              <a:t>đối</a:t>
            </a:r>
            <a:r>
              <a:rPr sz="2800" dirty="0"/>
              <a:t> </a:t>
            </a:r>
            <a:r>
              <a:rPr sz="2800" dirty="0" err="1"/>
              <a:t>tượng</a:t>
            </a:r>
            <a:r>
              <a:rPr sz="2800" dirty="0"/>
              <a:t> </a:t>
            </a:r>
            <a:r>
              <a:rPr sz="2800" dirty="0" err="1"/>
              <a:t>sử</a:t>
            </a:r>
            <a:r>
              <a:rPr sz="2800" dirty="0"/>
              <a:t> </a:t>
            </a:r>
            <a:r>
              <a:rPr sz="2800" dirty="0" err="1"/>
              <a:t>dụng</a:t>
            </a:r>
            <a:r>
              <a:rPr sz="2800" dirty="0"/>
              <a:t> </a:t>
            </a:r>
            <a:r>
              <a:rPr sz="2800" dirty="0" err="1"/>
              <a:t>chính</a:t>
            </a:r>
            <a:r>
              <a:rPr sz="2800" dirty="0"/>
              <a:t>:</a:t>
            </a:r>
            <a:br>
              <a:rPr sz="2800" dirty="0"/>
            </a:br>
            <a:r>
              <a:rPr sz="2800" dirty="0"/>
              <a:t>- Quản </a:t>
            </a:r>
            <a:r>
              <a:rPr sz="2800" dirty="0" err="1"/>
              <a:t>trị</a:t>
            </a:r>
            <a:r>
              <a:rPr sz="2800" dirty="0"/>
              <a:t> (Admin)</a:t>
            </a:r>
            <a:br>
              <a:rPr sz="2800" dirty="0"/>
            </a:br>
            <a:r>
              <a:rPr sz="2800" dirty="0"/>
              <a:t>- </a:t>
            </a:r>
            <a:r>
              <a:rPr sz="2800" dirty="0" err="1"/>
              <a:t>Giáo</a:t>
            </a:r>
            <a:r>
              <a:rPr sz="2800" dirty="0"/>
              <a:t> </a:t>
            </a:r>
            <a:r>
              <a:rPr sz="2800" dirty="0" err="1"/>
              <a:t>viên</a:t>
            </a:r>
            <a:br>
              <a:rPr sz="2800" dirty="0"/>
            </a:br>
            <a:r>
              <a:rPr sz="2800" dirty="0"/>
              <a:t>- Học </a:t>
            </a:r>
            <a:r>
              <a:rPr sz="2800" dirty="0" err="1"/>
              <a:t>sinh</a:t>
            </a:r>
            <a:br>
              <a:rPr sz="2800" dirty="0"/>
            </a:br>
            <a:br>
              <a:rPr sz="2800" dirty="0"/>
            </a:br>
            <a:r>
              <a:rPr sz="2800" dirty="0"/>
              <a:t>🎯 </a:t>
            </a:r>
            <a:r>
              <a:rPr sz="2800" dirty="0" err="1"/>
              <a:t>Mục</a:t>
            </a:r>
            <a:r>
              <a:rPr sz="2800" dirty="0"/>
              <a:t> </a:t>
            </a:r>
            <a:r>
              <a:rPr sz="2800" dirty="0" err="1"/>
              <a:t>tiêu</a:t>
            </a:r>
            <a:r>
              <a:rPr sz="2800" dirty="0"/>
              <a:t>: </a:t>
            </a:r>
            <a:r>
              <a:rPr sz="2800" dirty="0" err="1"/>
              <a:t>Tiết</a:t>
            </a:r>
            <a:r>
              <a:rPr sz="2800" dirty="0"/>
              <a:t> </a:t>
            </a:r>
            <a:r>
              <a:rPr sz="2800" dirty="0" err="1"/>
              <a:t>kiệm</a:t>
            </a:r>
            <a:r>
              <a:rPr sz="2800" dirty="0"/>
              <a:t> </a:t>
            </a:r>
            <a:r>
              <a:rPr sz="2800" dirty="0" err="1"/>
              <a:t>thời</a:t>
            </a:r>
            <a:r>
              <a:rPr sz="2800" dirty="0"/>
              <a:t> </a:t>
            </a:r>
            <a:r>
              <a:rPr sz="2800" dirty="0" err="1"/>
              <a:t>gian</a:t>
            </a:r>
            <a:r>
              <a:rPr sz="2800" dirty="0"/>
              <a:t>, </a:t>
            </a:r>
            <a:r>
              <a:rPr sz="2800" dirty="0" err="1"/>
              <a:t>quản</a:t>
            </a:r>
            <a:r>
              <a:rPr sz="2800" dirty="0"/>
              <a:t> </a:t>
            </a:r>
            <a:r>
              <a:rPr sz="2800" dirty="0" err="1"/>
              <a:t>lí</a:t>
            </a:r>
            <a:r>
              <a:rPr sz="2800" dirty="0"/>
              <a:t> </a:t>
            </a:r>
            <a:r>
              <a:rPr sz="2800" dirty="0" err="1"/>
              <a:t>dữ</a:t>
            </a:r>
            <a:r>
              <a:rPr sz="2800" dirty="0"/>
              <a:t> </a:t>
            </a:r>
            <a:r>
              <a:rPr sz="2800" dirty="0" err="1"/>
              <a:t>liệu</a:t>
            </a:r>
            <a:r>
              <a:rPr sz="2800" dirty="0"/>
              <a:t> </a:t>
            </a:r>
            <a:r>
              <a:rPr sz="2800" dirty="0" err="1"/>
              <a:t>hiệu</a:t>
            </a:r>
            <a:r>
              <a:rPr sz="2800" dirty="0"/>
              <a:t> </a:t>
            </a:r>
            <a:r>
              <a:rPr sz="2800" dirty="0" err="1"/>
              <a:t>quả</a:t>
            </a:r>
            <a:r>
              <a:rPr sz="2800" dirty="0"/>
              <a:t> </a:t>
            </a:r>
            <a:r>
              <a:rPr sz="2800" dirty="0" err="1"/>
              <a:t>và</a:t>
            </a:r>
            <a:r>
              <a:rPr sz="2800" dirty="0"/>
              <a:t> </a:t>
            </a:r>
            <a:r>
              <a:rPr sz="2800" dirty="0" err="1"/>
              <a:t>minh</a:t>
            </a:r>
            <a:r>
              <a:rPr sz="2800" dirty="0"/>
              <a:t> </a:t>
            </a:r>
            <a:r>
              <a:rPr sz="2800" dirty="0" err="1"/>
              <a:t>bạch</a:t>
            </a:r>
            <a:r>
              <a:rPr sz="2800" dirty="0"/>
              <a:t> </a:t>
            </a:r>
            <a:r>
              <a:rPr sz="2800" dirty="0" err="1"/>
              <a:t>kết</a:t>
            </a:r>
            <a:r>
              <a:rPr sz="2800" dirty="0"/>
              <a:t> </a:t>
            </a:r>
            <a:r>
              <a:rPr sz="2800" dirty="0" err="1"/>
              <a:t>quả</a:t>
            </a:r>
            <a:r>
              <a:rPr sz="2800" dirty="0"/>
              <a:t>.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🛠️ Chức năng của Quản trị (Admin)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 sz="3200" dirty="0"/>
              <a:t>👨‍💼 Admin </a:t>
            </a:r>
            <a:r>
              <a:rPr sz="3200" dirty="0" err="1"/>
              <a:t>có</a:t>
            </a:r>
            <a:r>
              <a:rPr sz="3200" dirty="0"/>
              <a:t> </a:t>
            </a:r>
            <a:r>
              <a:rPr sz="3200" dirty="0" err="1"/>
              <a:t>quyền</a:t>
            </a:r>
            <a:r>
              <a:rPr sz="3200" dirty="0"/>
              <a:t>:</a:t>
            </a:r>
            <a:br>
              <a:rPr sz="3200" dirty="0"/>
            </a:br>
            <a:r>
              <a:rPr sz="3200" dirty="0"/>
              <a:t>- Quản </a:t>
            </a:r>
            <a:r>
              <a:rPr sz="3200" dirty="0" err="1"/>
              <a:t>lí</a:t>
            </a:r>
            <a:r>
              <a:rPr sz="3200" dirty="0"/>
              <a:t> </a:t>
            </a:r>
            <a:r>
              <a:rPr sz="3200" dirty="0" err="1"/>
              <a:t>tài</a:t>
            </a:r>
            <a:r>
              <a:rPr sz="3200" dirty="0"/>
              <a:t> </a:t>
            </a:r>
            <a:r>
              <a:rPr sz="3200" dirty="0" err="1"/>
              <a:t>khoản</a:t>
            </a:r>
            <a:r>
              <a:rPr sz="3200" dirty="0"/>
              <a:t> </a:t>
            </a:r>
            <a:r>
              <a:rPr sz="3200" dirty="0" err="1"/>
              <a:t>Giáo</a:t>
            </a:r>
            <a:r>
              <a:rPr sz="3200" dirty="0"/>
              <a:t> </a:t>
            </a:r>
            <a:r>
              <a:rPr sz="3200" dirty="0" err="1"/>
              <a:t>viên</a:t>
            </a:r>
            <a:r>
              <a:rPr sz="3200" dirty="0"/>
              <a:t>.</a:t>
            </a:r>
            <a:br>
              <a:rPr sz="3200" dirty="0"/>
            </a:br>
            <a:r>
              <a:rPr sz="3200" dirty="0"/>
              <a:t>- Quản </a:t>
            </a:r>
            <a:r>
              <a:rPr sz="3200" dirty="0" err="1"/>
              <a:t>lí</a:t>
            </a:r>
            <a:r>
              <a:rPr sz="3200" dirty="0"/>
              <a:t> </a:t>
            </a:r>
            <a:r>
              <a:rPr sz="3200" dirty="0" err="1"/>
              <a:t>danh</a:t>
            </a:r>
            <a:r>
              <a:rPr sz="3200" dirty="0"/>
              <a:t> </a:t>
            </a:r>
            <a:r>
              <a:rPr sz="3200" dirty="0" err="1"/>
              <a:t>sách</a:t>
            </a:r>
            <a:r>
              <a:rPr sz="3200" dirty="0"/>
              <a:t> </a:t>
            </a:r>
            <a:r>
              <a:rPr sz="3200" dirty="0" err="1"/>
              <a:t>Lớp</a:t>
            </a:r>
            <a:r>
              <a:rPr sz="3200" dirty="0"/>
              <a:t> </a:t>
            </a:r>
            <a:r>
              <a:rPr sz="3200" dirty="0" err="1"/>
              <a:t>học</a:t>
            </a:r>
            <a:r>
              <a:rPr sz="3200" dirty="0"/>
              <a:t>.</a:t>
            </a:r>
            <a:br>
              <a:rPr sz="3200" dirty="0"/>
            </a:br>
            <a:r>
              <a:rPr sz="3200" dirty="0"/>
              <a:t>- Quản </a:t>
            </a:r>
            <a:r>
              <a:rPr sz="3200" dirty="0" err="1"/>
              <a:t>lí</a:t>
            </a:r>
            <a:r>
              <a:rPr sz="3200" dirty="0"/>
              <a:t> Học </a:t>
            </a:r>
            <a:r>
              <a:rPr sz="3200" dirty="0" err="1"/>
              <a:t>sinh</a:t>
            </a:r>
            <a:r>
              <a:rPr sz="3200" dirty="0"/>
              <a:t> (</a:t>
            </a:r>
            <a:r>
              <a:rPr sz="3200" dirty="0" err="1"/>
              <a:t>thêm</a:t>
            </a:r>
            <a:r>
              <a:rPr sz="3200" dirty="0"/>
              <a:t>, </a:t>
            </a:r>
            <a:r>
              <a:rPr sz="3200" dirty="0" err="1"/>
              <a:t>sửa</a:t>
            </a:r>
            <a:r>
              <a:rPr sz="3200" dirty="0"/>
              <a:t>, </a:t>
            </a:r>
            <a:r>
              <a:rPr sz="3200" dirty="0" err="1"/>
              <a:t>xóa</a:t>
            </a:r>
            <a:r>
              <a:rPr sz="3200" dirty="0"/>
              <a:t>).</a:t>
            </a:r>
            <a:br>
              <a:rPr sz="3200" dirty="0"/>
            </a:br>
            <a:r>
              <a:rPr sz="3200" dirty="0"/>
              <a:t>- Quản </a:t>
            </a:r>
            <a:r>
              <a:rPr sz="3200" dirty="0" err="1"/>
              <a:t>lí</a:t>
            </a:r>
            <a:r>
              <a:rPr sz="3200" dirty="0"/>
              <a:t> Môn </a:t>
            </a:r>
            <a:r>
              <a:rPr sz="3200" dirty="0" err="1"/>
              <a:t>học</a:t>
            </a:r>
            <a:r>
              <a:rPr sz="3200" dirty="0"/>
              <a:t> </a:t>
            </a:r>
            <a:r>
              <a:rPr sz="3200" dirty="0" err="1"/>
              <a:t>và</a:t>
            </a:r>
            <a:r>
              <a:rPr sz="3200" dirty="0"/>
              <a:t> </a:t>
            </a:r>
            <a:r>
              <a:rPr sz="3200" dirty="0" err="1"/>
              <a:t>phân</a:t>
            </a:r>
            <a:r>
              <a:rPr sz="3200" dirty="0"/>
              <a:t> </a:t>
            </a:r>
            <a:r>
              <a:rPr sz="3200" dirty="0" err="1"/>
              <a:t>công</a:t>
            </a:r>
            <a:r>
              <a:rPr sz="3200" dirty="0"/>
              <a:t> </a:t>
            </a:r>
            <a:r>
              <a:rPr sz="3200" dirty="0" err="1"/>
              <a:t>cho</a:t>
            </a:r>
            <a:r>
              <a:rPr sz="3200" dirty="0"/>
              <a:t> </a:t>
            </a:r>
            <a:r>
              <a:rPr sz="3200" dirty="0" err="1"/>
              <a:t>Giáo</a:t>
            </a:r>
            <a:r>
              <a:rPr sz="3200" dirty="0"/>
              <a:t> </a:t>
            </a:r>
            <a:r>
              <a:rPr sz="3200" dirty="0" err="1"/>
              <a:t>viên</a:t>
            </a:r>
            <a:r>
              <a:rPr sz="3200" dirty="0"/>
              <a:t>.</a:t>
            </a: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📚 Chức năng của Giáo viên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 sz="2800" dirty="0"/>
              <a:t>👩‍🏫 </a:t>
            </a:r>
            <a:r>
              <a:rPr sz="2800" dirty="0" err="1"/>
              <a:t>Giáo</a:t>
            </a:r>
            <a:r>
              <a:rPr sz="2800" dirty="0"/>
              <a:t> </a:t>
            </a:r>
            <a:r>
              <a:rPr sz="2800" dirty="0" err="1"/>
              <a:t>viên</a:t>
            </a:r>
            <a:r>
              <a:rPr sz="2800" dirty="0"/>
              <a:t> </a:t>
            </a:r>
            <a:r>
              <a:rPr sz="2800" dirty="0" err="1"/>
              <a:t>có</a:t>
            </a:r>
            <a:r>
              <a:rPr sz="2800" dirty="0"/>
              <a:t> </a:t>
            </a:r>
            <a:r>
              <a:rPr sz="2800" dirty="0" err="1"/>
              <a:t>thể</a:t>
            </a:r>
            <a:r>
              <a:rPr sz="2800" dirty="0"/>
              <a:t>:</a:t>
            </a:r>
            <a:br>
              <a:rPr sz="2800" dirty="0"/>
            </a:br>
            <a:r>
              <a:rPr sz="2800" dirty="0"/>
              <a:t>- Quản </a:t>
            </a:r>
            <a:r>
              <a:rPr sz="2800" dirty="0" err="1"/>
              <a:t>lí</a:t>
            </a:r>
            <a:r>
              <a:rPr sz="2800" dirty="0"/>
              <a:t> </a:t>
            </a:r>
            <a:r>
              <a:rPr sz="2800" dirty="0" err="1"/>
              <a:t>học</a:t>
            </a:r>
            <a:r>
              <a:rPr sz="2800" dirty="0"/>
              <a:t> </a:t>
            </a:r>
            <a:r>
              <a:rPr sz="2800" dirty="0" err="1"/>
              <a:t>sinh</a:t>
            </a:r>
            <a:r>
              <a:rPr sz="2800" dirty="0"/>
              <a:t> </a:t>
            </a:r>
            <a:r>
              <a:rPr sz="2800" dirty="0" err="1"/>
              <a:t>trong</a:t>
            </a:r>
            <a:r>
              <a:rPr sz="2800" dirty="0"/>
              <a:t> </a:t>
            </a:r>
            <a:r>
              <a:rPr sz="2800" dirty="0" err="1"/>
              <a:t>lớp</a:t>
            </a:r>
            <a:r>
              <a:rPr sz="2800" dirty="0"/>
              <a:t> (</a:t>
            </a:r>
            <a:r>
              <a:rPr sz="2800" dirty="0" err="1"/>
              <a:t>xem</a:t>
            </a:r>
            <a:r>
              <a:rPr sz="2800" dirty="0"/>
              <a:t>, </a:t>
            </a:r>
            <a:r>
              <a:rPr sz="2800" dirty="0" err="1"/>
              <a:t>không</a:t>
            </a:r>
            <a:r>
              <a:rPr sz="2800" dirty="0"/>
              <a:t> </a:t>
            </a:r>
            <a:r>
              <a:rPr sz="2800" dirty="0" err="1"/>
              <a:t>sửa</a:t>
            </a:r>
            <a:r>
              <a:rPr sz="2800" dirty="0"/>
              <a:t>/</a:t>
            </a:r>
            <a:r>
              <a:rPr sz="2800" dirty="0" err="1"/>
              <a:t>xóa</a:t>
            </a:r>
            <a:r>
              <a:rPr sz="2800" dirty="0"/>
              <a:t>).</a:t>
            </a:r>
            <a:br>
              <a:rPr sz="2800" dirty="0"/>
            </a:br>
            <a:r>
              <a:rPr sz="2800" dirty="0"/>
              <a:t>- </a:t>
            </a:r>
            <a:r>
              <a:rPr sz="2800" dirty="0" err="1"/>
              <a:t>Tạo</a:t>
            </a:r>
            <a:r>
              <a:rPr sz="2800" dirty="0"/>
              <a:t> </a:t>
            </a:r>
            <a:r>
              <a:rPr sz="2800" dirty="0" err="1"/>
              <a:t>bài</a:t>
            </a:r>
            <a:r>
              <a:rPr sz="2800" dirty="0"/>
              <a:t> </a:t>
            </a:r>
            <a:r>
              <a:rPr sz="2800" dirty="0" err="1"/>
              <a:t>kiểm</a:t>
            </a:r>
            <a:r>
              <a:rPr sz="2800" dirty="0"/>
              <a:t> </a:t>
            </a:r>
            <a:r>
              <a:rPr sz="2800" dirty="0" err="1"/>
              <a:t>tra</a:t>
            </a:r>
            <a:r>
              <a:rPr sz="2800" dirty="0"/>
              <a:t> </a:t>
            </a:r>
            <a:r>
              <a:rPr sz="2800" dirty="0" err="1"/>
              <a:t>trực</a:t>
            </a:r>
            <a:r>
              <a:rPr sz="2800" dirty="0"/>
              <a:t> </a:t>
            </a:r>
            <a:r>
              <a:rPr sz="2800" dirty="0" err="1"/>
              <a:t>tuyến</a:t>
            </a:r>
            <a:r>
              <a:rPr sz="2800" dirty="0"/>
              <a:t>.</a:t>
            </a:r>
            <a:br>
              <a:rPr sz="2800" dirty="0"/>
            </a:br>
            <a:r>
              <a:rPr sz="2800" dirty="0"/>
              <a:t>- </a:t>
            </a:r>
            <a:r>
              <a:rPr sz="2800" dirty="0" err="1"/>
              <a:t>Xây</a:t>
            </a:r>
            <a:r>
              <a:rPr sz="2800" dirty="0"/>
              <a:t> </a:t>
            </a:r>
            <a:r>
              <a:rPr sz="2800" dirty="0" err="1"/>
              <a:t>dựng</a:t>
            </a:r>
            <a:r>
              <a:rPr sz="2800" dirty="0"/>
              <a:t> </a:t>
            </a:r>
            <a:r>
              <a:rPr sz="2800" dirty="0" err="1"/>
              <a:t>ngân</a:t>
            </a:r>
            <a:r>
              <a:rPr sz="2800" dirty="0"/>
              <a:t> </a:t>
            </a:r>
            <a:r>
              <a:rPr sz="2800" dirty="0" err="1"/>
              <a:t>hàng</a:t>
            </a:r>
            <a:r>
              <a:rPr sz="2800" dirty="0"/>
              <a:t> </a:t>
            </a:r>
            <a:r>
              <a:rPr sz="2800" dirty="0" err="1"/>
              <a:t>câu</a:t>
            </a:r>
            <a:r>
              <a:rPr sz="2800" dirty="0"/>
              <a:t> </a:t>
            </a:r>
            <a:r>
              <a:rPr sz="2800" dirty="0" err="1"/>
              <a:t>hỏi</a:t>
            </a:r>
            <a:r>
              <a:rPr sz="2800" dirty="0"/>
              <a:t>.</a:t>
            </a:r>
            <a:br>
              <a:rPr sz="2800" dirty="0"/>
            </a:br>
            <a:r>
              <a:rPr sz="2800" dirty="0"/>
              <a:t>- Theo </a:t>
            </a:r>
            <a:r>
              <a:rPr sz="2800" dirty="0" err="1"/>
              <a:t>dõi</a:t>
            </a:r>
            <a:r>
              <a:rPr sz="2800" dirty="0"/>
              <a:t> </a:t>
            </a:r>
            <a:r>
              <a:rPr sz="2800" dirty="0" err="1"/>
              <a:t>và</a:t>
            </a:r>
            <a:r>
              <a:rPr sz="2800" dirty="0"/>
              <a:t> </a:t>
            </a:r>
            <a:r>
              <a:rPr sz="2800" dirty="0" err="1"/>
              <a:t>quản</a:t>
            </a:r>
            <a:r>
              <a:rPr sz="2800" dirty="0"/>
              <a:t> </a:t>
            </a:r>
            <a:r>
              <a:rPr sz="2800" dirty="0" err="1"/>
              <a:t>lí</a:t>
            </a:r>
            <a:r>
              <a:rPr sz="2800" dirty="0"/>
              <a:t> </a:t>
            </a:r>
            <a:r>
              <a:rPr sz="2800" dirty="0" err="1"/>
              <a:t>kết</a:t>
            </a:r>
            <a:r>
              <a:rPr sz="2800" dirty="0"/>
              <a:t> </a:t>
            </a:r>
            <a:r>
              <a:rPr sz="2800" dirty="0" err="1"/>
              <a:t>quả</a:t>
            </a:r>
            <a:r>
              <a:rPr sz="2800" dirty="0"/>
              <a:t> </a:t>
            </a:r>
            <a:r>
              <a:rPr sz="2800" dirty="0" err="1"/>
              <a:t>làm</a:t>
            </a:r>
            <a:r>
              <a:rPr sz="2800" dirty="0"/>
              <a:t> </a:t>
            </a:r>
            <a:r>
              <a:rPr sz="2800" dirty="0" err="1"/>
              <a:t>bài</a:t>
            </a:r>
            <a:r>
              <a:rPr sz="2800" dirty="0"/>
              <a:t> </a:t>
            </a:r>
            <a:r>
              <a:rPr sz="2800" dirty="0" err="1"/>
              <a:t>của</a:t>
            </a:r>
            <a:r>
              <a:rPr sz="2800" dirty="0"/>
              <a:t> </a:t>
            </a:r>
            <a:r>
              <a:rPr sz="2800" dirty="0" err="1"/>
              <a:t>học</a:t>
            </a:r>
            <a:r>
              <a:rPr sz="2800" dirty="0"/>
              <a:t> </a:t>
            </a:r>
            <a:r>
              <a:rPr sz="2800" dirty="0" err="1"/>
              <a:t>sinh</a:t>
            </a:r>
            <a:r>
              <a:rPr sz="2800" dirty="0"/>
              <a:t>.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338B7F-9777-1836-191B-B1ACCC3B7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2944" y="1435418"/>
            <a:ext cx="9515040" cy="4638580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11752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C06CD1-313D-CE72-B2A1-67CB8E5FF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271841"/>
            <a:ext cx="8178799" cy="4314317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79999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9E6EFEE-6516-482C-B143-F97F9BF89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F0D2C0-CD0C-470C-8851-D8B2CC417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772689" y="3271925"/>
            <a:ext cx="5688917" cy="1435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DDBE7B-E08C-91AA-D019-37B97396E7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969" b="2"/>
          <a:stretch>
            <a:fillRect/>
          </a:stretch>
        </p:blipFill>
        <p:spPr>
          <a:xfrm>
            <a:off x="437742" y="499236"/>
            <a:ext cx="8268515" cy="568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849672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9E6EFEE-6516-482C-B143-F97F9BF89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F0D2C0-CD0C-470C-8851-D8B2CC417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772689" y="3271925"/>
            <a:ext cx="5688917" cy="1435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0A5046-83D6-F10A-3163-BBBFA92212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32" r="26203" b="1"/>
          <a:stretch>
            <a:fillRect/>
          </a:stretch>
        </p:blipFill>
        <p:spPr>
          <a:xfrm>
            <a:off x="437742" y="499236"/>
            <a:ext cx="8268515" cy="568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97106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CC6F05-4F56-9A16-2F6C-E14B0BFE7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639887"/>
            <a:ext cx="8178799" cy="357822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89325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10604D-D08B-D4B4-574E-19E9DCEC9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333182"/>
            <a:ext cx="8178799" cy="419163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8675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🎯 Chức năng của Học sinh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 sz="2800" dirty="0"/>
              <a:t>👨‍🎓 Học </a:t>
            </a:r>
            <a:r>
              <a:rPr sz="2800" dirty="0" err="1"/>
              <a:t>sinh</a:t>
            </a:r>
            <a:r>
              <a:rPr sz="2800" dirty="0"/>
              <a:t> </a:t>
            </a:r>
            <a:r>
              <a:rPr sz="2800" dirty="0" err="1"/>
              <a:t>có</a:t>
            </a:r>
            <a:r>
              <a:rPr sz="2800" dirty="0"/>
              <a:t> </a:t>
            </a:r>
            <a:r>
              <a:rPr sz="2800" dirty="0" err="1"/>
              <a:t>thể</a:t>
            </a:r>
            <a:r>
              <a:rPr sz="2800" dirty="0"/>
              <a:t>:</a:t>
            </a:r>
            <a:br>
              <a:rPr sz="2800" dirty="0"/>
            </a:br>
            <a:r>
              <a:rPr sz="2800" dirty="0"/>
              <a:t>- </a:t>
            </a:r>
            <a:r>
              <a:rPr sz="2800" dirty="0" err="1"/>
              <a:t>Đăng</a:t>
            </a:r>
            <a:r>
              <a:rPr sz="2800" dirty="0"/>
              <a:t> </a:t>
            </a:r>
            <a:r>
              <a:rPr sz="2800" dirty="0" err="1"/>
              <a:t>nhập</a:t>
            </a:r>
            <a:r>
              <a:rPr sz="2800" dirty="0"/>
              <a:t> </a:t>
            </a:r>
            <a:r>
              <a:rPr sz="2800" dirty="0" err="1"/>
              <a:t>bằng</a:t>
            </a:r>
            <a:r>
              <a:rPr sz="2800" dirty="0"/>
              <a:t> </a:t>
            </a:r>
            <a:r>
              <a:rPr sz="2800" dirty="0" err="1"/>
              <a:t>mã</a:t>
            </a:r>
            <a:r>
              <a:rPr sz="2800" dirty="0"/>
              <a:t> </a:t>
            </a:r>
            <a:r>
              <a:rPr sz="2800" dirty="0" err="1"/>
              <a:t>học</a:t>
            </a:r>
            <a:r>
              <a:rPr sz="2800" dirty="0"/>
              <a:t> </a:t>
            </a:r>
            <a:r>
              <a:rPr sz="2800" dirty="0" err="1"/>
              <a:t>sinh</a:t>
            </a:r>
            <a:r>
              <a:rPr sz="2800" dirty="0"/>
              <a:t> </a:t>
            </a:r>
            <a:r>
              <a:rPr sz="2800" dirty="0" err="1"/>
              <a:t>và</a:t>
            </a:r>
            <a:r>
              <a:rPr sz="2800" dirty="0"/>
              <a:t> </a:t>
            </a:r>
            <a:r>
              <a:rPr sz="2800" dirty="0" err="1"/>
              <a:t>mật</a:t>
            </a:r>
            <a:r>
              <a:rPr sz="2800" dirty="0"/>
              <a:t> </a:t>
            </a:r>
            <a:r>
              <a:rPr sz="2800" dirty="0" err="1"/>
              <a:t>khẩu</a:t>
            </a:r>
            <a:r>
              <a:rPr sz="2800" dirty="0"/>
              <a:t> </a:t>
            </a:r>
            <a:r>
              <a:rPr sz="2800" dirty="0" err="1"/>
              <a:t>mặc</a:t>
            </a:r>
            <a:r>
              <a:rPr sz="2800" dirty="0"/>
              <a:t> </a:t>
            </a:r>
            <a:r>
              <a:rPr sz="2800" dirty="0" err="1"/>
              <a:t>định</a:t>
            </a:r>
            <a:r>
              <a:rPr sz="2800" dirty="0"/>
              <a:t> 123456.</a:t>
            </a:r>
            <a:br>
              <a:rPr sz="2800" dirty="0"/>
            </a:br>
            <a:r>
              <a:rPr sz="2800" dirty="0"/>
              <a:t>- </a:t>
            </a:r>
            <a:r>
              <a:rPr sz="2800" dirty="0" err="1"/>
              <a:t>Làm</a:t>
            </a:r>
            <a:r>
              <a:rPr sz="2800" dirty="0"/>
              <a:t> </a:t>
            </a:r>
            <a:r>
              <a:rPr sz="2800" dirty="0" err="1"/>
              <a:t>bài</a:t>
            </a:r>
            <a:r>
              <a:rPr sz="2800" dirty="0"/>
              <a:t> </a:t>
            </a:r>
            <a:r>
              <a:rPr sz="2800" dirty="0" err="1"/>
              <a:t>kiểm</a:t>
            </a:r>
            <a:r>
              <a:rPr sz="2800" dirty="0"/>
              <a:t> </a:t>
            </a:r>
            <a:r>
              <a:rPr sz="2800" dirty="0" err="1"/>
              <a:t>tra</a:t>
            </a:r>
            <a:r>
              <a:rPr sz="2800" dirty="0"/>
              <a:t> </a:t>
            </a:r>
            <a:r>
              <a:rPr sz="2800" dirty="0" err="1"/>
              <a:t>trực</a:t>
            </a:r>
            <a:r>
              <a:rPr sz="2800" dirty="0"/>
              <a:t> </a:t>
            </a:r>
            <a:r>
              <a:rPr sz="2800" dirty="0" err="1"/>
              <a:t>tuyến</a:t>
            </a:r>
            <a:r>
              <a:rPr sz="2800" dirty="0"/>
              <a:t>.</a:t>
            </a:r>
            <a:br>
              <a:rPr sz="2800" dirty="0"/>
            </a:br>
            <a:r>
              <a:rPr sz="2800" dirty="0"/>
              <a:t>- Xem </a:t>
            </a:r>
            <a:r>
              <a:rPr sz="2800" dirty="0" err="1"/>
              <a:t>điểm</a:t>
            </a:r>
            <a:r>
              <a:rPr sz="2800" dirty="0"/>
              <a:t> </a:t>
            </a:r>
            <a:r>
              <a:rPr sz="2800" dirty="0" err="1"/>
              <a:t>và</a:t>
            </a:r>
            <a:r>
              <a:rPr sz="2800" dirty="0"/>
              <a:t> </a:t>
            </a:r>
            <a:r>
              <a:rPr sz="2800" dirty="0" err="1"/>
              <a:t>kết</a:t>
            </a:r>
            <a:r>
              <a:rPr sz="2800" dirty="0"/>
              <a:t> </a:t>
            </a:r>
            <a:r>
              <a:rPr sz="2800" dirty="0" err="1"/>
              <a:t>quả</a:t>
            </a:r>
            <a:r>
              <a:rPr sz="2800" dirty="0"/>
              <a:t> </a:t>
            </a:r>
            <a:r>
              <a:rPr sz="2800" dirty="0" err="1"/>
              <a:t>bài</a:t>
            </a:r>
            <a:r>
              <a:rPr sz="2800" dirty="0"/>
              <a:t> </a:t>
            </a:r>
            <a:r>
              <a:rPr sz="2800" dirty="0" err="1"/>
              <a:t>làm</a:t>
            </a:r>
            <a:r>
              <a:rPr sz="2800" dirty="0"/>
              <a:t>.</a:t>
            </a:r>
            <a:br>
              <a:rPr sz="2800" dirty="0"/>
            </a:br>
            <a:r>
              <a:rPr sz="2800" dirty="0"/>
              <a:t>- </a:t>
            </a:r>
            <a:r>
              <a:rPr sz="2800" dirty="0" err="1"/>
              <a:t>Đổi</a:t>
            </a:r>
            <a:r>
              <a:rPr sz="2800" dirty="0"/>
              <a:t> </a:t>
            </a:r>
            <a:r>
              <a:rPr sz="2800" dirty="0" err="1"/>
              <a:t>mật</a:t>
            </a:r>
            <a:r>
              <a:rPr sz="2800" dirty="0"/>
              <a:t> </a:t>
            </a:r>
            <a:r>
              <a:rPr sz="2800" dirty="0" err="1"/>
              <a:t>khẩu</a:t>
            </a:r>
            <a:r>
              <a:rPr sz="2800" dirty="0"/>
              <a:t> </a:t>
            </a:r>
            <a:r>
              <a:rPr sz="2800" dirty="0" err="1"/>
              <a:t>để</a:t>
            </a:r>
            <a:r>
              <a:rPr sz="2800" dirty="0"/>
              <a:t> </a:t>
            </a:r>
            <a:r>
              <a:rPr sz="2800" dirty="0" err="1"/>
              <a:t>bảo</a:t>
            </a:r>
            <a:r>
              <a:rPr sz="2800" dirty="0"/>
              <a:t> </a:t>
            </a:r>
            <a:r>
              <a:rPr sz="2800" dirty="0" err="1"/>
              <a:t>vệ</a:t>
            </a:r>
            <a:r>
              <a:rPr sz="2800" dirty="0"/>
              <a:t> </a:t>
            </a:r>
            <a:r>
              <a:rPr sz="2800" dirty="0" err="1"/>
              <a:t>thông</a:t>
            </a:r>
            <a:r>
              <a:rPr sz="2800" dirty="0"/>
              <a:t> tin </a:t>
            </a:r>
            <a:r>
              <a:rPr sz="2800" dirty="0" err="1"/>
              <a:t>cá</a:t>
            </a:r>
            <a:r>
              <a:rPr sz="2800" dirty="0"/>
              <a:t> </a:t>
            </a:r>
            <a:r>
              <a:rPr sz="2800" dirty="0" err="1"/>
              <a:t>nhân</a:t>
            </a:r>
            <a:r>
              <a:rPr sz="2800" dirty="0"/>
              <a:t>.</a:t>
            </a:r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ED950D-E6DF-8C14-4517-C4BA48EB4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108265"/>
            <a:ext cx="8178799" cy="4641468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75380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A85D86-929E-B091-405F-A1AEDEF91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322959"/>
            <a:ext cx="8178799" cy="4212081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799062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F12C2C-ABA8-C57D-3044-AA54D6199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087819"/>
            <a:ext cx="8178799" cy="4682361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802708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B2C12B-B67D-CE51-E39E-C05882DF8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12" y="643467"/>
            <a:ext cx="6385175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684751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C31FC7-E159-C6A3-29E4-934997736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371" y="643467"/>
            <a:ext cx="627725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367299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🚀 Lợi ích của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 sz="2800"/>
              <a:t>✅ Giảm thời gian chấm bài cho giáo viên.</a:t>
            </a:r>
            <a:br>
              <a:rPr sz="2800"/>
            </a:br>
            <a:r>
              <a:rPr sz="2800"/>
              <a:t>✅ Tăng tính khách quan, minh bạch trong đánh giá.</a:t>
            </a:r>
            <a:br>
              <a:rPr sz="2800"/>
            </a:br>
            <a:r>
              <a:rPr sz="2800"/>
              <a:t>✅ Học sinh có thể luyện tập, ôn thi mọi lúc, mọi nơi.</a:t>
            </a:r>
            <a:br>
              <a:rPr sz="2800"/>
            </a:br>
            <a:r>
              <a:rPr sz="2800"/>
              <a:t>✅ Dễ dàng tổng hợp và thống kê điểm số.</a:t>
            </a:r>
          </a:p>
        </p:txBody>
      </p:sp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🧭 Hướng dẫn cho Giáo viên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 sz="2800" dirty="0"/>
              <a:t>1️⃣ </a:t>
            </a:r>
            <a:r>
              <a:rPr sz="2800" dirty="0" err="1"/>
              <a:t>Đăng</a:t>
            </a:r>
            <a:r>
              <a:rPr sz="2800" dirty="0"/>
              <a:t> </a:t>
            </a:r>
            <a:r>
              <a:rPr sz="2800" dirty="0" err="1"/>
              <a:t>nhập</a:t>
            </a:r>
            <a:r>
              <a:rPr sz="2800" dirty="0"/>
              <a:t> </a:t>
            </a:r>
            <a:r>
              <a:rPr sz="2800" dirty="0" err="1"/>
              <a:t>bằng</a:t>
            </a:r>
            <a:r>
              <a:rPr sz="2800" dirty="0"/>
              <a:t> </a:t>
            </a:r>
            <a:r>
              <a:rPr sz="2800" dirty="0" err="1"/>
              <a:t>tài</a:t>
            </a:r>
            <a:r>
              <a:rPr sz="2800" dirty="0"/>
              <a:t> </a:t>
            </a:r>
            <a:r>
              <a:rPr sz="2800" dirty="0" err="1"/>
              <a:t>khoản</a:t>
            </a:r>
            <a:r>
              <a:rPr sz="2800" dirty="0"/>
              <a:t> </a:t>
            </a:r>
            <a:r>
              <a:rPr sz="2800" dirty="0" err="1"/>
              <a:t>được</a:t>
            </a:r>
            <a:r>
              <a:rPr sz="2800" dirty="0"/>
              <a:t> </a:t>
            </a:r>
            <a:r>
              <a:rPr sz="2800" dirty="0" err="1"/>
              <a:t>cấp</a:t>
            </a:r>
            <a:r>
              <a:rPr sz="2800" dirty="0"/>
              <a:t>.</a:t>
            </a:r>
            <a:br>
              <a:rPr sz="2800" dirty="0"/>
            </a:br>
            <a:r>
              <a:rPr sz="2800" dirty="0"/>
              <a:t>2️⃣ Import </a:t>
            </a:r>
            <a:r>
              <a:rPr sz="2800" dirty="0" err="1"/>
              <a:t>danh</a:t>
            </a:r>
            <a:r>
              <a:rPr sz="2800" dirty="0"/>
              <a:t> </a:t>
            </a:r>
            <a:r>
              <a:rPr sz="2800" dirty="0" err="1"/>
              <a:t>sách</a:t>
            </a:r>
            <a:r>
              <a:rPr sz="2800" dirty="0"/>
              <a:t> </a:t>
            </a:r>
            <a:r>
              <a:rPr sz="2800" dirty="0" err="1"/>
              <a:t>học</a:t>
            </a:r>
            <a:r>
              <a:rPr sz="2800" dirty="0"/>
              <a:t> </a:t>
            </a:r>
            <a:r>
              <a:rPr sz="2800" dirty="0" err="1"/>
              <a:t>sinh</a:t>
            </a:r>
            <a:r>
              <a:rPr sz="2800" dirty="0"/>
              <a:t> </a:t>
            </a:r>
            <a:r>
              <a:rPr sz="2800" dirty="0" err="1"/>
              <a:t>từ</a:t>
            </a:r>
            <a:r>
              <a:rPr sz="2800" dirty="0"/>
              <a:t> file Excel.</a:t>
            </a:r>
            <a:br>
              <a:rPr sz="2800" dirty="0"/>
            </a:br>
            <a:r>
              <a:rPr sz="2800" dirty="0"/>
              <a:t>3️⃣ </a:t>
            </a:r>
            <a:r>
              <a:rPr sz="2800" dirty="0" err="1"/>
              <a:t>Tạo</a:t>
            </a:r>
            <a:r>
              <a:rPr sz="2800" dirty="0"/>
              <a:t> </a:t>
            </a:r>
            <a:r>
              <a:rPr sz="2800" dirty="0" err="1"/>
              <a:t>ngân</a:t>
            </a:r>
            <a:r>
              <a:rPr sz="2800" dirty="0"/>
              <a:t> </a:t>
            </a:r>
            <a:r>
              <a:rPr sz="2800" dirty="0" err="1"/>
              <a:t>hàng</a:t>
            </a:r>
            <a:r>
              <a:rPr sz="2800" dirty="0"/>
              <a:t> </a:t>
            </a:r>
            <a:r>
              <a:rPr sz="2800" dirty="0" err="1"/>
              <a:t>câu</a:t>
            </a:r>
            <a:r>
              <a:rPr sz="2800" dirty="0"/>
              <a:t> </a:t>
            </a:r>
            <a:r>
              <a:rPr sz="2800" dirty="0" err="1"/>
              <a:t>hỏi</a:t>
            </a:r>
            <a:r>
              <a:rPr sz="2800" dirty="0"/>
              <a:t> </a:t>
            </a:r>
            <a:r>
              <a:rPr sz="2800" dirty="0" err="1"/>
              <a:t>và</a:t>
            </a:r>
            <a:r>
              <a:rPr sz="2800" dirty="0"/>
              <a:t> </a:t>
            </a:r>
            <a:r>
              <a:rPr sz="2800" dirty="0" err="1"/>
              <a:t>bài</a:t>
            </a:r>
            <a:r>
              <a:rPr sz="2800" dirty="0"/>
              <a:t> </a:t>
            </a:r>
            <a:r>
              <a:rPr sz="2800" dirty="0" err="1"/>
              <a:t>kiểm</a:t>
            </a:r>
            <a:r>
              <a:rPr sz="2800" dirty="0"/>
              <a:t> </a:t>
            </a:r>
            <a:r>
              <a:rPr sz="2800" dirty="0" err="1"/>
              <a:t>tra</a:t>
            </a:r>
            <a:r>
              <a:rPr sz="2800" dirty="0"/>
              <a:t>.</a:t>
            </a:r>
            <a:br>
              <a:rPr sz="2800" dirty="0"/>
            </a:br>
            <a:r>
              <a:rPr sz="2800" dirty="0"/>
              <a:t>4️⃣ Theo </a:t>
            </a:r>
            <a:r>
              <a:rPr sz="2800" dirty="0" err="1"/>
              <a:t>dõi</a:t>
            </a:r>
            <a:r>
              <a:rPr sz="2800" dirty="0"/>
              <a:t> </a:t>
            </a:r>
            <a:r>
              <a:rPr sz="2800" dirty="0" err="1"/>
              <a:t>học</a:t>
            </a:r>
            <a:r>
              <a:rPr sz="2800" dirty="0"/>
              <a:t> </a:t>
            </a:r>
            <a:r>
              <a:rPr sz="2800" dirty="0" err="1"/>
              <a:t>sinh</a:t>
            </a:r>
            <a:r>
              <a:rPr sz="2800" dirty="0"/>
              <a:t> </a:t>
            </a:r>
            <a:r>
              <a:rPr sz="2800" dirty="0" err="1"/>
              <a:t>làm</a:t>
            </a:r>
            <a:r>
              <a:rPr sz="2800" dirty="0"/>
              <a:t> </a:t>
            </a:r>
            <a:r>
              <a:rPr sz="2800" dirty="0" err="1"/>
              <a:t>bài</a:t>
            </a:r>
            <a:r>
              <a:rPr sz="2800" dirty="0"/>
              <a:t> </a:t>
            </a:r>
            <a:r>
              <a:rPr sz="2800" dirty="0" err="1"/>
              <a:t>và</a:t>
            </a:r>
            <a:r>
              <a:rPr sz="2800" dirty="0"/>
              <a:t> </a:t>
            </a:r>
            <a:r>
              <a:rPr sz="2800" dirty="0" err="1"/>
              <a:t>xem</a:t>
            </a:r>
            <a:r>
              <a:rPr sz="2800" dirty="0"/>
              <a:t> </a:t>
            </a:r>
            <a:r>
              <a:rPr sz="2800" dirty="0" err="1"/>
              <a:t>kết</a:t>
            </a:r>
            <a:r>
              <a:rPr sz="2800" dirty="0"/>
              <a:t> </a:t>
            </a:r>
            <a:r>
              <a:rPr sz="2800" dirty="0" err="1"/>
              <a:t>quả</a:t>
            </a:r>
            <a:r>
              <a:rPr sz="2800" dirty="0"/>
              <a:t>.</a:t>
            </a:r>
            <a:br>
              <a:rPr sz="2800" dirty="0"/>
            </a:br>
            <a:r>
              <a:rPr sz="2800" dirty="0"/>
              <a:t>5️⃣ Reset </a:t>
            </a:r>
            <a:r>
              <a:rPr sz="2800" dirty="0" err="1"/>
              <a:t>mật</a:t>
            </a:r>
            <a:r>
              <a:rPr sz="2800" dirty="0"/>
              <a:t> </a:t>
            </a:r>
            <a:r>
              <a:rPr sz="2800" dirty="0" err="1"/>
              <a:t>khẩu</a:t>
            </a:r>
            <a:r>
              <a:rPr sz="2800" dirty="0"/>
              <a:t> </a:t>
            </a:r>
            <a:r>
              <a:rPr sz="2800" dirty="0" err="1"/>
              <a:t>cho</a:t>
            </a:r>
            <a:r>
              <a:rPr sz="2800" dirty="0"/>
              <a:t> </a:t>
            </a:r>
            <a:r>
              <a:rPr sz="2800" dirty="0" err="1"/>
              <a:t>học</a:t>
            </a:r>
            <a:r>
              <a:rPr sz="2800" dirty="0"/>
              <a:t> </a:t>
            </a:r>
            <a:r>
              <a:rPr sz="2800" dirty="0" err="1"/>
              <a:t>sinh</a:t>
            </a:r>
            <a:r>
              <a:rPr sz="2800" dirty="0"/>
              <a:t> </a:t>
            </a:r>
            <a:r>
              <a:rPr sz="2800" dirty="0" err="1"/>
              <a:t>khi</a:t>
            </a:r>
            <a:r>
              <a:rPr sz="2800" dirty="0"/>
              <a:t> </a:t>
            </a:r>
            <a:r>
              <a:rPr sz="2800" dirty="0" err="1"/>
              <a:t>cần</a:t>
            </a:r>
            <a:r>
              <a:rPr sz="2800" dirty="0"/>
              <a:t>.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💻 Hướng dẫn cho Học sinh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 sz="2800" dirty="0"/>
              <a:t>1️⃣ </a:t>
            </a:r>
            <a:r>
              <a:rPr sz="2800" dirty="0" err="1"/>
              <a:t>Đăng</a:t>
            </a:r>
            <a:r>
              <a:rPr sz="2800" dirty="0"/>
              <a:t> </a:t>
            </a:r>
            <a:r>
              <a:rPr sz="2800" dirty="0" err="1"/>
              <a:t>nhập</a:t>
            </a:r>
            <a:r>
              <a:rPr sz="2800" dirty="0"/>
              <a:t> </a:t>
            </a:r>
            <a:r>
              <a:rPr sz="2800" dirty="0" err="1"/>
              <a:t>bằng</a:t>
            </a:r>
            <a:r>
              <a:rPr sz="2800" dirty="0"/>
              <a:t> </a:t>
            </a:r>
            <a:r>
              <a:rPr sz="2800" dirty="0" err="1"/>
              <a:t>mã</a:t>
            </a:r>
            <a:r>
              <a:rPr sz="2800" dirty="0"/>
              <a:t> </a:t>
            </a:r>
            <a:r>
              <a:rPr sz="2800" dirty="0" err="1"/>
              <a:t>học</a:t>
            </a:r>
            <a:r>
              <a:rPr sz="2800" dirty="0"/>
              <a:t> </a:t>
            </a:r>
            <a:r>
              <a:rPr sz="2800" dirty="0" err="1"/>
              <a:t>sinh</a:t>
            </a:r>
            <a:r>
              <a:rPr sz="2800" dirty="0"/>
              <a:t>.</a:t>
            </a:r>
            <a:br>
              <a:rPr sz="2800" dirty="0"/>
            </a:br>
            <a:r>
              <a:rPr sz="2800" dirty="0"/>
              <a:t>2️⃣ </a:t>
            </a:r>
            <a:r>
              <a:rPr sz="2800" dirty="0" err="1"/>
              <a:t>Đổi</a:t>
            </a:r>
            <a:r>
              <a:rPr sz="2800" dirty="0"/>
              <a:t> </a:t>
            </a:r>
            <a:r>
              <a:rPr sz="2800" dirty="0" err="1"/>
              <a:t>mật</a:t>
            </a:r>
            <a:r>
              <a:rPr sz="2800" dirty="0"/>
              <a:t> </a:t>
            </a:r>
            <a:r>
              <a:rPr sz="2800" dirty="0" err="1"/>
              <a:t>khẩu</a:t>
            </a:r>
            <a:r>
              <a:rPr sz="2800" dirty="0"/>
              <a:t> </a:t>
            </a:r>
            <a:r>
              <a:rPr sz="2800" dirty="0" err="1"/>
              <a:t>ngay</a:t>
            </a:r>
            <a:r>
              <a:rPr sz="2800" dirty="0"/>
              <a:t> </a:t>
            </a:r>
            <a:r>
              <a:rPr sz="2800" dirty="0" err="1"/>
              <a:t>sau</a:t>
            </a:r>
            <a:r>
              <a:rPr sz="2800" dirty="0"/>
              <a:t> </a:t>
            </a:r>
            <a:r>
              <a:rPr sz="2800" dirty="0" err="1"/>
              <a:t>lần</a:t>
            </a:r>
            <a:r>
              <a:rPr sz="2800" dirty="0"/>
              <a:t> </a:t>
            </a:r>
            <a:r>
              <a:rPr sz="2800" dirty="0" err="1"/>
              <a:t>đăng</a:t>
            </a:r>
            <a:r>
              <a:rPr sz="2800" dirty="0"/>
              <a:t> </a:t>
            </a:r>
            <a:r>
              <a:rPr sz="2800" dirty="0" err="1"/>
              <a:t>nhập</a:t>
            </a:r>
            <a:r>
              <a:rPr sz="2800" dirty="0"/>
              <a:t> </a:t>
            </a:r>
            <a:r>
              <a:rPr sz="2800" dirty="0" err="1"/>
              <a:t>đầu</a:t>
            </a:r>
            <a:r>
              <a:rPr sz="2800" dirty="0"/>
              <a:t> </a:t>
            </a:r>
            <a:r>
              <a:rPr sz="2800" dirty="0" err="1"/>
              <a:t>tiên</a:t>
            </a:r>
            <a:r>
              <a:rPr sz="2800" dirty="0"/>
              <a:t>.</a:t>
            </a:r>
            <a:br>
              <a:rPr sz="2800" dirty="0"/>
            </a:br>
            <a:r>
              <a:rPr sz="2800" dirty="0"/>
              <a:t>3️⃣ </a:t>
            </a:r>
            <a:r>
              <a:rPr sz="2800" dirty="0" err="1"/>
              <a:t>Chọn</a:t>
            </a:r>
            <a:r>
              <a:rPr sz="2800" dirty="0"/>
              <a:t> </a:t>
            </a:r>
            <a:r>
              <a:rPr sz="2800" dirty="0" err="1"/>
              <a:t>bài</a:t>
            </a:r>
            <a:r>
              <a:rPr sz="2800" dirty="0"/>
              <a:t> </a:t>
            </a:r>
            <a:r>
              <a:rPr sz="2800" dirty="0" err="1"/>
              <a:t>kiểm</a:t>
            </a:r>
            <a:r>
              <a:rPr sz="2800" dirty="0"/>
              <a:t> </a:t>
            </a:r>
            <a:r>
              <a:rPr sz="2800" dirty="0" err="1"/>
              <a:t>tra</a:t>
            </a:r>
            <a:r>
              <a:rPr sz="2800" dirty="0"/>
              <a:t> </a:t>
            </a:r>
            <a:r>
              <a:rPr sz="2800" dirty="0" err="1"/>
              <a:t>để</a:t>
            </a:r>
            <a:r>
              <a:rPr sz="2800" dirty="0"/>
              <a:t> </a:t>
            </a:r>
            <a:r>
              <a:rPr sz="2800" dirty="0" err="1"/>
              <a:t>làm</a:t>
            </a:r>
            <a:r>
              <a:rPr sz="2800" dirty="0"/>
              <a:t> </a:t>
            </a:r>
            <a:r>
              <a:rPr sz="2800" dirty="0" err="1"/>
              <a:t>bài</a:t>
            </a:r>
            <a:r>
              <a:rPr sz="2800" dirty="0"/>
              <a:t>.</a:t>
            </a:r>
            <a:br>
              <a:rPr sz="2800" dirty="0"/>
            </a:br>
            <a:r>
              <a:rPr sz="2800" dirty="0"/>
              <a:t>4️⃣ Sau </a:t>
            </a:r>
            <a:r>
              <a:rPr sz="2800" dirty="0" err="1"/>
              <a:t>khi</a:t>
            </a:r>
            <a:r>
              <a:rPr sz="2800" dirty="0"/>
              <a:t> </a:t>
            </a:r>
            <a:r>
              <a:rPr sz="2800" dirty="0" err="1"/>
              <a:t>nộp</a:t>
            </a:r>
            <a:r>
              <a:rPr sz="2800" dirty="0"/>
              <a:t>, </a:t>
            </a:r>
            <a:r>
              <a:rPr sz="2800" dirty="0" err="1"/>
              <a:t>xem</a:t>
            </a:r>
            <a:r>
              <a:rPr sz="2800" dirty="0"/>
              <a:t> </a:t>
            </a:r>
            <a:r>
              <a:rPr sz="2800" dirty="0" err="1"/>
              <a:t>kết</a:t>
            </a:r>
            <a:r>
              <a:rPr sz="2800" dirty="0"/>
              <a:t> </a:t>
            </a:r>
            <a:r>
              <a:rPr sz="2800" dirty="0" err="1"/>
              <a:t>quả</a:t>
            </a:r>
            <a:r>
              <a:rPr sz="2800" dirty="0"/>
              <a:t> </a:t>
            </a:r>
            <a:r>
              <a:rPr sz="2800" dirty="0" err="1"/>
              <a:t>và</a:t>
            </a:r>
            <a:r>
              <a:rPr sz="2800" dirty="0"/>
              <a:t> </a:t>
            </a:r>
            <a:r>
              <a:rPr sz="2800" dirty="0" err="1"/>
              <a:t>nhận</a:t>
            </a:r>
            <a:r>
              <a:rPr sz="2800" dirty="0"/>
              <a:t> </a:t>
            </a:r>
            <a:r>
              <a:rPr sz="2800" dirty="0" err="1"/>
              <a:t>xét</a:t>
            </a:r>
            <a:r>
              <a:rPr sz="2800" dirty="0"/>
              <a:t> chi </a:t>
            </a:r>
            <a:r>
              <a:rPr sz="2800" dirty="0" err="1"/>
              <a:t>tiết</a:t>
            </a:r>
            <a:r>
              <a:rPr sz="2800" dirty="0"/>
              <a:t>.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🏁 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 sz="2800" dirty="0" err="1"/>
              <a:t>Hệ</a:t>
            </a:r>
            <a:r>
              <a:rPr sz="2800" dirty="0"/>
              <a:t> </a:t>
            </a:r>
            <a:r>
              <a:rPr sz="2800" dirty="0" err="1"/>
              <a:t>thống</a:t>
            </a:r>
            <a:r>
              <a:rPr sz="2800" dirty="0"/>
              <a:t> </a:t>
            </a:r>
            <a:r>
              <a:rPr sz="2800" dirty="0" err="1"/>
              <a:t>thi</a:t>
            </a:r>
            <a:r>
              <a:rPr sz="2800" dirty="0"/>
              <a:t> </a:t>
            </a:r>
            <a:r>
              <a:rPr sz="2800" dirty="0" err="1"/>
              <a:t>trực</a:t>
            </a:r>
            <a:r>
              <a:rPr sz="2800" dirty="0"/>
              <a:t> </a:t>
            </a:r>
            <a:r>
              <a:rPr sz="2800" dirty="0" err="1"/>
              <a:t>tuyến</a:t>
            </a:r>
            <a:r>
              <a:rPr sz="2800" dirty="0"/>
              <a:t> THCS Châu Văn </a:t>
            </a:r>
            <a:r>
              <a:rPr sz="2800" dirty="0" err="1"/>
              <a:t>Đơ</a:t>
            </a:r>
            <a:r>
              <a:rPr sz="2800" dirty="0"/>
              <a:t> </a:t>
            </a:r>
            <a:r>
              <a:rPr sz="2800" dirty="0" err="1"/>
              <a:t>góp</a:t>
            </a:r>
            <a:r>
              <a:rPr sz="2800" dirty="0"/>
              <a:t> </a:t>
            </a:r>
            <a:r>
              <a:rPr sz="2800" dirty="0" err="1"/>
              <a:t>phần</a:t>
            </a:r>
            <a:r>
              <a:rPr sz="2800" dirty="0"/>
              <a:t> </a:t>
            </a:r>
            <a:r>
              <a:rPr sz="2800" dirty="0" err="1"/>
              <a:t>hiện</a:t>
            </a:r>
            <a:r>
              <a:rPr sz="2800" dirty="0"/>
              <a:t> </a:t>
            </a:r>
            <a:r>
              <a:rPr sz="2800" dirty="0" err="1"/>
              <a:t>đại</a:t>
            </a:r>
            <a:r>
              <a:rPr sz="2800" dirty="0"/>
              <a:t> </a:t>
            </a:r>
            <a:r>
              <a:rPr sz="2800" dirty="0" err="1"/>
              <a:t>hóa</a:t>
            </a:r>
            <a:r>
              <a:rPr sz="2800" dirty="0"/>
              <a:t> </a:t>
            </a:r>
            <a:r>
              <a:rPr sz="2800" dirty="0" err="1"/>
              <a:t>công</a:t>
            </a:r>
            <a:r>
              <a:rPr sz="2800" dirty="0"/>
              <a:t> </a:t>
            </a:r>
            <a:r>
              <a:rPr sz="2800" dirty="0" err="1"/>
              <a:t>tác</a:t>
            </a:r>
            <a:r>
              <a:rPr sz="2800" dirty="0"/>
              <a:t> </a:t>
            </a:r>
            <a:r>
              <a:rPr sz="2800" dirty="0" err="1"/>
              <a:t>kiểm</a:t>
            </a:r>
            <a:r>
              <a:rPr sz="2800" dirty="0"/>
              <a:t> </a:t>
            </a:r>
            <a:r>
              <a:rPr sz="2800" dirty="0" err="1"/>
              <a:t>tra</a:t>
            </a:r>
            <a:r>
              <a:rPr sz="2800" dirty="0"/>
              <a:t>, </a:t>
            </a:r>
            <a:r>
              <a:rPr sz="2800" dirty="0" err="1"/>
              <a:t>đánh</a:t>
            </a:r>
            <a:r>
              <a:rPr sz="2800" dirty="0"/>
              <a:t> </a:t>
            </a:r>
            <a:r>
              <a:rPr sz="2800" dirty="0" err="1"/>
              <a:t>giá</a:t>
            </a:r>
            <a:r>
              <a:rPr sz="2800" dirty="0"/>
              <a:t>.</a:t>
            </a:r>
            <a:br>
              <a:rPr sz="2800" dirty="0"/>
            </a:br>
            <a:br>
              <a:rPr sz="2800" dirty="0"/>
            </a:br>
            <a:r>
              <a:rPr sz="2800" dirty="0" err="1"/>
              <a:t>Giúp</a:t>
            </a:r>
            <a:r>
              <a:rPr sz="2800" dirty="0"/>
              <a:t> </a:t>
            </a:r>
            <a:r>
              <a:rPr sz="2800" dirty="0" err="1"/>
              <a:t>giáo</a:t>
            </a:r>
            <a:r>
              <a:rPr sz="2800" dirty="0"/>
              <a:t> </a:t>
            </a:r>
            <a:r>
              <a:rPr sz="2800" dirty="0" err="1"/>
              <a:t>viên</a:t>
            </a:r>
            <a:r>
              <a:rPr sz="2800" dirty="0"/>
              <a:t> </a:t>
            </a:r>
            <a:r>
              <a:rPr sz="2800" dirty="0" err="1"/>
              <a:t>giảng</a:t>
            </a:r>
            <a:r>
              <a:rPr sz="2800" dirty="0"/>
              <a:t> </a:t>
            </a:r>
            <a:r>
              <a:rPr sz="2800" dirty="0" err="1"/>
              <a:t>dạy</a:t>
            </a:r>
            <a:r>
              <a:rPr sz="2800" dirty="0"/>
              <a:t> </a:t>
            </a:r>
            <a:r>
              <a:rPr sz="2800" dirty="0" err="1"/>
              <a:t>hiệu</a:t>
            </a:r>
            <a:r>
              <a:rPr sz="2800" dirty="0"/>
              <a:t> </a:t>
            </a:r>
            <a:r>
              <a:rPr sz="2800" dirty="0" err="1"/>
              <a:t>quả</a:t>
            </a:r>
            <a:r>
              <a:rPr sz="2800" dirty="0"/>
              <a:t> </a:t>
            </a:r>
            <a:r>
              <a:rPr sz="2800" dirty="0" err="1"/>
              <a:t>hơn</a:t>
            </a:r>
            <a:r>
              <a:rPr sz="2800" dirty="0"/>
              <a:t> 💪</a:t>
            </a:r>
            <a:br>
              <a:rPr sz="2800" dirty="0"/>
            </a:br>
            <a:r>
              <a:rPr sz="2800" dirty="0"/>
              <a:t>Học </a:t>
            </a:r>
            <a:r>
              <a:rPr sz="2800" dirty="0" err="1"/>
              <a:t>sinh</a:t>
            </a:r>
            <a:r>
              <a:rPr sz="2800" dirty="0"/>
              <a:t> </a:t>
            </a:r>
            <a:r>
              <a:rPr sz="2800" dirty="0" err="1"/>
              <a:t>chủ</a:t>
            </a:r>
            <a:r>
              <a:rPr sz="2800" dirty="0"/>
              <a:t> </a:t>
            </a:r>
            <a:r>
              <a:rPr sz="2800" dirty="0" err="1"/>
              <a:t>động</a:t>
            </a:r>
            <a:r>
              <a:rPr sz="2800" dirty="0"/>
              <a:t> </a:t>
            </a:r>
            <a:r>
              <a:rPr sz="2800" dirty="0" err="1"/>
              <a:t>hơn</a:t>
            </a:r>
            <a:r>
              <a:rPr sz="2800" dirty="0"/>
              <a:t> </a:t>
            </a:r>
            <a:r>
              <a:rPr sz="2800" dirty="0" err="1"/>
              <a:t>trong</a:t>
            </a:r>
            <a:r>
              <a:rPr sz="2800" dirty="0"/>
              <a:t> </a:t>
            </a:r>
            <a:r>
              <a:rPr sz="2800" dirty="0" err="1"/>
              <a:t>việc</a:t>
            </a:r>
            <a:r>
              <a:rPr sz="2800" dirty="0"/>
              <a:t> </a:t>
            </a:r>
            <a:r>
              <a:rPr sz="2800" dirty="0" err="1"/>
              <a:t>học</a:t>
            </a:r>
            <a:r>
              <a:rPr sz="2800" dirty="0"/>
              <a:t> </a:t>
            </a:r>
            <a:r>
              <a:rPr sz="2800" dirty="0" err="1"/>
              <a:t>tập</a:t>
            </a:r>
            <a:r>
              <a:rPr sz="2800" dirty="0"/>
              <a:t> 🎓</a:t>
            </a: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495</Words>
  <Application>Microsoft Office PowerPoint</Application>
  <PresentationFormat>On-screen Show (4:3)</PresentationFormat>
  <Paragraphs>18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Lâm Visal</cp:lastModifiedBy>
  <cp:revision>5</cp:revision>
  <dcterms:created xsi:type="dcterms:W3CDTF">2013-01-27T09:14:16Z</dcterms:created>
  <dcterms:modified xsi:type="dcterms:W3CDTF">2025-10-30T06:35:30Z</dcterms:modified>
  <cp:category/>
</cp:coreProperties>
</file>