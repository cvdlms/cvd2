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258" r:id="rId4"/>
    <p:sldId id="276" r:id="rId5"/>
    <p:sldId id="277" r:id="rId6"/>
    <p:sldId id="259" r:id="rId7"/>
    <p:sldId id="291" r:id="rId8"/>
    <p:sldId id="288" r:id="rId9"/>
    <p:sldId id="279" r:id="rId10"/>
    <p:sldId id="262" r:id="rId11"/>
    <p:sldId id="263" r:id="rId12"/>
    <p:sldId id="280" r:id="rId13"/>
    <p:sldId id="286" r:id="rId14"/>
    <p:sldId id="264" r:id="rId15"/>
    <p:sldId id="289" r:id="rId16"/>
    <p:sldId id="267" r:id="rId17"/>
    <p:sldId id="268" r:id="rId18"/>
    <p:sldId id="269" r:id="rId19"/>
    <p:sldId id="266" r:id="rId20"/>
    <p:sldId id="282" r:id="rId21"/>
    <p:sldId id="270" r:id="rId22"/>
    <p:sldId id="281" r:id="rId23"/>
    <p:sldId id="283" r:id="rId24"/>
    <p:sldId id="284" r:id="rId25"/>
    <p:sldId id="285" r:id="rId26"/>
    <p:sldId id="292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522895-6376-4998-93E2-E9FBC7765C68}" v="1048" dt="2026-01-30T04:49:32.1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8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âm Visal" userId="d69494eb3154d0d5" providerId="LiveId" clId="{B593099D-78F7-4C94-B8E8-4D623AE73D26}"/>
    <pc:docChg chg="undo custSel addSld delSld modSld sldOrd modMainMaster">
      <pc:chgData name="Lâm Visal" userId="d69494eb3154d0d5" providerId="LiveId" clId="{B593099D-78F7-4C94-B8E8-4D623AE73D26}" dt="2026-01-30T05:16:14.105" v="1657" actId="47"/>
      <pc:docMkLst>
        <pc:docMk/>
      </pc:docMkLst>
      <pc:sldChg chg="modTransition">
        <pc:chgData name="Lâm Visal" userId="d69494eb3154d0d5" providerId="LiveId" clId="{B593099D-78F7-4C94-B8E8-4D623AE73D26}" dt="2026-01-29T14:24:57.665" v="225"/>
        <pc:sldMkLst>
          <pc:docMk/>
          <pc:sldMk cId="0" sldId="256"/>
        </pc:sldMkLst>
      </pc:sldChg>
      <pc:sldChg chg="modTransition">
        <pc:chgData name="Lâm Visal" userId="d69494eb3154d0d5" providerId="LiveId" clId="{B593099D-78F7-4C94-B8E8-4D623AE73D26}" dt="2026-01-29T14:24:57.665" v="225"/>
        <pc:sldMkLst>
          <pc:docMk/>
          <pc:sldMk cId="0" sldId="257"/>
        </pc:sldMkLst>
      </pc:sldChg>
      <pc:sldChg chg="modTransition">
        <pc:chgData name="Lâm Visal" userId="d69494eb3154d0d5" providerId="LiveId" clId="{B593099D-78F7-4C94-B8E8-4D623AE73D26}" dt="2026-01-29T14:24:57.665" v="225"/>
        <pc:sldMkLst>
          <pc:docMk/>
          <pc:sldMk cId="0" sldId="258"/>
        </pc:sldMkLst>
      </pc:sldChg>
      <pc:sldChg chg="modTransition modAnim">
        <pc:chgData name="Lâm Visal" userId="d69494eb3154d0d5" providerId="LiveId" clId="{B593099D-78F7-4C94-B8E8-4D623AE73D26}" dt="2026-01-29T14:24:57.665" v="225"/>
        <pc:sldMkLst>
          <pc:docMk/>
          <pc:sldMk cId="0" sldId="259"/>
        </pc:sldMkLst>
      </pc:sldChg>
      <pc:sldChg chg="del modTransition">
        <pc:chgData name="Lâm Visal" userId="d69494eb3154d0d5" providerId="LiveId" clId="{B593099D-78F7-4C94-B8E8-4D623AE73D26}" dt="2026-01-29T14:25:07.799" v="226" actId="47"/>
        <pc:sldMkLst>
          <pc:docMk/>
          <pc:sldMk cId="0" sldId="260"/>
        </pc:sldMkLst>
      </pc:sldChg>
      <pc:sldChg chg="del modTransition">
        <pc:chgData name="Lâm Visal" userId="d69494eb3154d0d5" providerId="LiveId" clId="{B593099D-78F7-4C94-B8E8-4D623AE73D26}" dt="2026-01-29T14:26:05.158" v="263" actId="2696"/>
        <pc:sldMkLst>
          <pc:docMk/>
          <pc:sldMk cId="0" sldId="261"/>
        </pc:sldMkLst>
      </pc:sldChg>
      <pc:sldChg chg="modTransition modAnim">
        <pc:chgData name="Lâm Visal" userId="d69494eb3154d0d5" providerId="LiveId" clId="{B593099D-78F7-4C94-B8E8-4D623AE73D26}" dt="2026-01-29T14:27:22.501" v="264"/>
        <pc:sldMkLst>
          <pc:docMk/>
          <pc:sldMk cId="0" sldId="262"/>
        </pc:sldMkLst>
      </pc:sldChg>
      <pc:sldChg chg="modSp mod modTransition">
        <pc:chgData name="Lâm Visal" userId="d69494eb3154d0d5" providerId="LiveId" clId="{B593099D-78F7-4C94-B8E8-4D623AE73D26}" dt="2026-01-29T15:49:39.091" v="1146" actId="20577"/>
        <pc:sldMkLst>
          <pc:docMk/>
          <pc:sldMk cId="0" sldId="263"/>
        </pc:sldMkLst>
        <pc:graphicFrameChg chg="modGraphic">
          <ac:chgData name="Lâm Visal" userId="d69494eb3154d0d5" providerId="LiveId" clId="{B593099D-78F7-4C94-B8E8-4D623AE73D26}" dt="2026-01-29T15:49:39.091" v="1146" actId="20577"/>
          <ac:graphicFrameMkLst>
            <pc:docMk/>
            <pc:sldMk cId="0" sldId="263"/>
            <ac:graphicFrameMk id="5" creationId="{DD94E5B7-24F3-FBCC-9F8C-5B7CC4AF92A3}"/>
          </ac:graphicFrameMkLst>
        </pc:graphicFrameChg>
      </pc:sldChg>
      <pc:sldChg chg="addSp delSp modSp mod ord modTransition delAnim">
        <pc:chgData name="Lâm Visal" userId="d69494eb3154d0d5" providerId="LiveId" clId="{B593099D-78F7-4C94-B8E8-4D623AE73D26}" dt="2026-01-29T15:58:45.284" v="1164"/>
        <pc:sldMkLst>
          <pc:docMk/>
          <pc:sldMk cId="0" sldId="264"/>
        </pc:sldMkLst>
        <pc:spChg chg="del">
          <ac:chgData name="Lâm Visal" userId="d69494eb3154d0d5" providerId="LiveId" clId="{B593099D-78F7-4C94-B8E8-4D623AE73D26}" dt="2026-01-29T14:27:49.152" v="265" actId="478"/>
          <ac:spMkLst>
            <pc:docMk/>
            <pc:sldMk cId="0" sldId="264"/>
            <ac:spMk id="2" creationId="{00000000-0000-0000-0000-000000000000}"/>
          </ac:spMkLst>
        </pc:spChg>
        <pc:spChg chg="del">
          <ac:chgData name="Lâm Visal" userId="d69494eb3154d0d5" providerId="LiveId" clId="{B593099D-78F7-4C94-B8E8-4D623AE73D26}" dt="2026-01-29T14:27:51.367" v="266" actId="478"/>
          <ac:spMkLst>
            <pc:docMk/>
            <pc:sldMk cId="0" sldId="264"/>
            <ac:spMk id="3" creationId="{00000000-0000-0000-0000-000000000000}"/>
          </ac:spMkLst>
        </pc:spChg>
        <pc:spChg chg="add del mod">
          <ac:chgData name="Lâm Visal" userId="d69494eb3154d0d5" providerId="LiveId" clId="{B593099D-78F7-4C94-B8E8-4D623AE73D26}" dt="2026-01-29T14:28:18.038" v="270" actId="478"/>
          <ac:spMkLst>
            <pc:docMk/>
            <pc:sldMk cId="0" sldId="264"/>
            <ac:spMk id="5" creationId="{356A12C1-20D8-753A-A298-F1AF8F196099}"/>
          </ac:spMkLst>
        </pc:spChg>
        <pc:spChg chg="add del mod">
          <ac:chgData name="Lâm Visal" userId="d69494eb3154d0d5" providerId="LiveId" clId="{B593099D-78F7-4C94-B8E8-4D623AE73D26}" dt="2026-01-29T14:28:11.396" v="268" actId="478"/>
          <ac:spMkLst>
            <pc:docMk/>
            <pc:sldMk cId="0" sldId="264"/>
            <ac:spMk id="7" creationId="{C876C333-E8CA-CB67-55E2-558FCDFE6341}"/>
          </ac:spMkLst>
        </pc:spChg>
        <pc:spChg chg="add mod">
          <ac:chgData name="Lâm Visal" userId="d69494eb3154d0d5" providerId="LiveId" clId="{B593099D-78F7-4C94-B8E8-4D623AE73D26}" dt="2026-01-29T14:28:08.707" v="267"/>
          <ac:spMkLst>
            <pc:docMk/>
            <pc:sldMk cId="0" sldId="264"/>
            <ac:spMk id="8" creationId="{57E84C93-2F28-A381-1A99-F10A61E38150}"/>
          </ac:spMkLst>
        </pc:spChg>
        <pc:picChg chg="mod">
          <ac:chgData name="Lâm Visal" userId="d69494eb3154d0d5" providerId="LiveId" clId="{B593099D-78F7-4C94-B8E8-4D623AE73D26}" dt="2026-01-29T14:28:29.853" v="271" actId="1076"/>
          <ac:picMkLst>
            <pc:docMk/>
            <pc:sldMk cId="0" sldId="264"/>
            <ac:picMk id="5122" creationId="{83F65539-1393-16E2-0492-44FCD2B2111A}"/>
          </ac:picMkLst>
        </pc:picChg>
      </pc:sldChg>
      <pc:sldChg chg="del modTransition">
        <pc:chgData name="Lâm Visal" userId="d69494eb3154d0d5" providerId="LiveId" clId="{B593099D-78F7-4C94-B8E8-4D623AE73D26}" dt="2026-01-29T14:28:56.197" v="272" actId="47"/>
        <pc:sldMkLst>
          <pc:docMk/>
          <pc:sldMk cId="0" sldId="265"/>
        </pc:sldMkLst>
      </pc:sldChg>
      <pc:sldChg chg="addSp modSp ord modTransition">
        <pc:chgData name="Lâm Visal" userId="d69494eb3154d0d5" providerId="LiveId" clId="{B593099D-78F7-4C94-B8E8-4D623AE73D26}" dt="2026-01-29T14:39:02.410" v="409"/>
        <pc:sldMkLst>
          <pc:docMk/>
          <pc:sldMk cId="0" sldId="266"/>
        </pc:sldMkLst>
        <pc:spChg chg="add mod">
          <ac:chgData name="Lâm Visal" userId="d69494eb3154d0d5" providerId="LiveId" clId="{B593099D-78F7-4C94-B8E8-4D623AE73D26}" dt="2026-01-29T14:37:07.155" v="403"/>
          <ac:spMkLst>
            <pc:docMk/>
            <pc:sldMk cId="0" sldId="266"/>
            <ac:spMk id="4" creationId="{48503585-27AD-5802-61BA-01BD9854C6FB}"/>
          </ac:spMkLst>
        </pc:spChg>
        <pc:picChg chg="add mod">
          <ac:chgData name="Lâm Visal" userId="d69494eb3154d0d5" providerId="LiveId" clId="{B593099D-78F7-4C94-B8E8-4D623AE73D26}" dt="2026-01-29T14:37:35.525" v="404"/>
          <ac:picMkLst>
            <pc:docMk/>
            <pc:sldMk cId="0" sldId="266"/>
            <ac:picMk id="6" creationId="{9A43B485-7D75-D107-58EA-FA9C1FC4252E}"/>
          </ac:picMkLst>
        </pc:picChg>
      </pc:sldChg>
      <pc:sldChg chg="addSp delSp modSp mod modTransition">
        <pc:chgData name="Lâm Visal" userId="d69494eb3154d0d5" providerId="LiveId" clId="{B593099D-78F7-4C94-B8E8-4D623AE73D26}" dt="2026-01-29T15:01:29.231" v="659" actId="1035"/>
        <pc:sldMkLst>
          <pc:docMk/>
          <pc:sldMk cId="0" sldId="267"/>
        </pc:sldMkLst>
        <pc:spChg chg="mod">
          <ac:chgData name="Lâm Visal" userId="d69494eb3154d0d5" providerId="LiveId" clId="{B593099D-78F7-4C94-B8E8-4D623AE73D26}" dt="2026-01-29T14:59:56.444" v="615" actId="20577"/>
          <ac:spMkLst>
            <pc:docMk/>
            <pc:sldMk cId="0" sldId="267"/>
            <ac:spMk id="2" creationId="{00000000-0000-0000-0000-000000000000}"/>
          </ac:spMkLst>
        </pc:spChg>
        <pc:spChg chg="del">
          <ac:chgData name="Lâm Visal" userId="d69494eb3154d0d5" providerId="LiveId" clId="{B593099D-78F7-4C94-B8E8-4D623AE73D26}" dt="2026-01-29T14:59:27.160" v="587" actId="478"/>
          <ac:spMkLst>
            <pc:docMk/>
            <pc:sldMk cId="0" sldId="267"/>
            <ac:spMk id="3" creationId="{00000000-0000-0000-0000-000000000000}"/>
          </ac:spMkLst>
        </pc:spChg>
        <pc:spChg chg="add del mod">
          <ac:chgData name="Lâm Visal" userId="d69494eb3154d0d5" providerId="LiveId" clId="{B593099D-78F7-4C94-B8E8-4D623AE73D26}" dt="2026-01-29T14:59:39.495" v="589" actId="478"/>
          <ac:spMkLst>
            <pc:docMk/>
            <pc:sldMk cId="0" sldId="267"/>
            <ac:spMk id="5" creationId="{F2B26EAC-F154-F5B5-17B2-91B5DF90A6C7}"/>
          </ac:spMkLst>
        </pc:spChg>
        <pc:picChg chg="mod">
          <ac:chgData name="Lâm Visal" userId="d69494eb3154d0d5" providerId="LiveId" clId="{B593099D-78F7-4C94-B8E8-4D623AE73D26}" dt="2026-01-29T15:01:29.231" v="659" actId="1035"/>
          <ac:picMkLst>
            <pc:docMk/>
            <pc:sldMk cId="0" sldId="267"/>
            <ac:picMk id="6146" creationId="{B166F906-055D-A918-63D5-A05784C99467}"/>
          </ac:picMkLst>
        </pc:picChg>
      </pc:sldChg>
      <pc:sldChg chg="addSp delSp modSp mod modTransition modAnim">
        <pc:chgData name="Lâm Visal" userId="d69494eb3154d0d5" providerId="LiveId" clId="{B593099D-78F7-4C94-B8E8-4D623AE73D26}" dt="2026-01-29T15:01:43.314" v="661" actId="1076"/>
        <pc:sldMkLst>
          <pc:docMk/>
          <pc:sldMk cId="0" sldId="268"/>
        </pc:sldMkLst>
        <pc:spChg chg="mod">
          <ac:chgData name="Lâm Visal" userId="d69494eb3154d0d5" providerId="LiveId" clId="{B593099D-78F7-4C94-B8E8-4D623AE73D26}" dt="2026-01-29T15:00:15.671" v="652" actId="20577"/>
          <ac:spMkLst>
            <pc:docMk/>
            <pc:sldMk cId="0" sldId="268"/>
            <ac:spMk id="2" creationId="{00000000-0000-0000-0000-000000000000}"/>
          </ac:spMkLst>
        </pc:spChg>
        <pc:spChg chg="del mod">
          <ac:chgData name="Lâm Visal" userId="d69494eb3154d0d5" providerId="LiveId" clId="{B593099D-78F7-4C94-B8E8-4D623AE73D26}" dt="2026-01-29T14:58:30.688" v="552" actId="478"/>
          <ac:spMkLst>
            <pc:docMk/>
            <pc:sldMk cId="0" sldId="268"/>
            <ac:spMk id="3" creationId="{00000000-0000-0000-0000-000000000000}"/>
          </ac:spMkLst>
        </pc:spChg>
        <pc:spChg chg="add del mod">
          <ac:chgData name="Lâm Visal" userId="d69494eb3154d0d5" providerId="LiveId" clId="{B593099D-78F7-4C94-B8E8-4D623AE73D26}" dt="2026-01-29T14:58:32.723" v="553" actId="478"/>
          <ac:spMkLst>
            <pc:docMk/>
            <pc:sldMk cId="0" sldId="268"/>
            <ac:spMk id="5" creationId="{F6AF45DF-4C09-50D5-A537-B0F95284984D}"/>
          </ac:spMkLst>
        </pc:spChg>
        <pc:picChg chg="mod">
          <ac:chgData name="Lâm Visal" userId="d69494eb3154d0d5" providerId="LiveId" clId="{B593099D-78F7-4C94-B8E8-4D623AE73D26}" dt="2026-01-29T15:01:43.314" v="661" actId="1076"/>
          <ac:picMkLst>
            <pc:docMk/>
            <pc:sldMk cId="0" sldId="268"/>
            <ac:picMk id="7170" creationId="{B1DC6723-BCEA-78D4-C71A-1082B51258CB}"/>
          </ac:picMkLst>
        </pc:picChg>
      </pc:sldChg>
      <pc:sldChg chg="addSp delSp modSp mod modTransition">
        <pc:chgData name="Lâm Visal" userId="d69494eb3154d0d5" providerId="LiveId" clId="{B593099D-78F7-4C94-B8E8-4D623AE73D26}" dt="2026-01-29T15:01:56.118" v="663" actId="1076"/>
        <pc:sldMkLst>
          <pc:docMk/>
          <pc:sldMk cId="0" sldId="269"/>
        </pc:sldMkLst>
        <pc:spChg chg="del">
          <ac:chgData name="Lâm Visal" userId="d69494eb3154d0d5" providerId="LiveId" clId="{B593099D-78F7-4C94-B8E8-4D623AE73D26}" dt="2026-01-29T14:59:04.332" v="585" actId="478"/>
          <ac:spMkLst>
            <pc:docMk/>
            <pc:sldMk cId="0" sldId="269"/>
            <ac:spMk id="3" creationId="{00000000-0000-0000-0000-000000000000}"/>
          </ac:spMkLst>
        </pc:spChg>
        <pc:spChg chg="add del mod">
          <ac:chgData name="Lâm Visal" userId="d69494eb3154d0d5" providerId="LiveId" clId="{B593099D-78F7-4C94-B8E8-4D623AE73D26}" dt="2026-01-29T14:59:08.092" v="586" actId="478"/>
          <ac:spMkLst>
            <pc:docMk/>
            <pc:sldMk cId="0" sldId="269"/>
            <ac:spMk id="5" creationId="{CFC4C875-20B9-5D25-66EA-EAB3B19C1CF6}"/>
          </ac:spMkLst>
        </pc:spChg>
        <pc:picChg chg="mod">
          <ac:chgData name="Lâm Visal" userId="d69494eb3154d0d5" providerId="LiveId" clId="{B593099D-78F7-4C94-B8E8-4D623AE73D26}" dt="2026-01-29T15:01:56.118" v="663" actId="1076"/>
          <ac:picMkLst>
            <pc:docMk/>
            <pc:sldMk cId="0" sldId="269"/>
            <ac:picMk id="8194" creationId="{526DC920-AB4C-5166-E132-259FF26B9AB2}"/>
          </ac:picMkLst>
        </pc:picChg>
      </pc:sldChg>
      <pc:sldChg chg="addSp delSp modSp mod modTransition delAnim">
        <pc:chgData name="Lâm Visal" userId="d69494eb3154d0d5" providerId="LiveId" clId="{B593099D-78F7-4C94-B8E8-4D623AE73D26}" dt="2026-01-29T14:52:43.434" v="438" actId="26606"/>
        <pc:sldMkLst>
          <pc:docMk/>
          <pc:sldMk cId="0" sldId="270"/>
        </pc:sldMkLst>
        <pc:spChg chg="del mod">
          <ac:chgData name="Lâm Visal" userId="d69494eb3154d0d5" providerId="LiveId" clId="{B593099D-78F7-4C94-B8E8-4D623AE73D26}" dt="2026-01-29T14:52:23.293" v="430" actId="478"/>
          <ac:spMkLst>
            <pc:docMk/>
            <pc:sldMk cId="0" sldId="270"/>
            <ac:spMk id="2" creationId="{00000000-0000-0000-0000-000000000000}"/>
          </ac:spMkLst>
        </pc:spChg>
        <pc:spChg chg="del mod">
          <ac:chgData name="Lâm Visal" userId="d69494eb3154d0d5" providerId="LiveId" clId="{B593099D-78F7-4C94-B8E8-4D623AE73D26}" dt="2026-01-29T14:52:28.183" v="432" actId="478"/>
          <ac:spMkLst>
            <pc:docMk/>
            <pc:sldMk cId="0" sldId="270"/>
            <ac:spMk id="3" creationId="{00000000-0000-0000-0000-000000000000}"/>
          </ac:spMkLst>
        </pc:spChg>
        <pc:spChg chg="add del mod">
          <ac:chgData name="Lâm Visal" userId="d69494eb3154d0d5" providerId="LiveId" clId="{B593099D-78F7-4C94-B8E8-4D623AE73D26}" dt="2026-01-29T14:52:25.410" v="431" actId="478"/>
          <ac:spMkLst>
            <pc:docMk/>
            <pc:sldMk cId="0" sldId="270"/>
            <ac:spMk id="5" creationId="{09E43E08-E7B3-FB9A-5AE5-539A41CD8A77}"/>
          </ac:spMkLst>
        </pc:spChg>
        <pc:spChg chg="add del mod">
          <ac:chgData name="Lâm Visal" userId="d69494eb3154d0d5" providerId="LiveId" clId="{B593099D-78F7-4C94-B8E8-4D623AE73D26}" dt="2026-01-29T14:52:30.210" v="433" actId="478"/>
          <ac:spMkLst>
            <pc:docMk/>
            <pc:sldMk cId="0" sldId="270"/>
            <ac:spMk id="7" creationId="{634FEF9C-6EF6-ADE6-B233-0784919B4A42}"/>
          </ac:spMkLst>
        </pc:spChg>
        <pc:spChg chg="del">
          <ac:chgData name="Lâm Visal" userId="d69494eb3154d0d5" providerId="LiveId" clId="{B593099D-78F7-4C94-B8E8-4D623AE73D26}" dt="2026-01-29T14:51:24.768" v="420" actId="26606"/>
          <ac:spMkLst>
            <pc:docMk/>
            <pc:sldMk cId="0" sldId="270"/>
            <ac:spMk id="9223" creationId="{C3896A03-3945-419A-B66B-4EE266EDD152}"/>
          </ac:spMkLst>
        </pc:spChg>
        <pc:spChg chg="del">
          <ac:chgData name="Lâm Visal" userId="d69494eb3154d0d5" providerId="LiveId" clId="{B593099D-78F7-4C94-B8E8-4D623AE73D26}" dt="2026-01-29T14:51:24.768" v="420" actId="26606"/>
          <ac:spMkLst>
            <pc:docMk/>
            <pc:sldMk cId="0" sldId="270"/>
            <ac:spMk id="9225" creationId="{B34F5AD2-EDBD-4BBD-A55C-EAFFD0C7097A}"/>
          </ac:spMkLst>
        </pc:spChg>
        <pc:spChg chg="del">
          <ac:chgData name="Lâm Visal" userId="d69494eb3154d0d5" providerId="LiveId" clId="{B593099D-78F7-4C94-B8E8-4D623AE73D26}" dt="2026-01-29T14:51:24.768" v="420" actId="26606"/>
          <ac:spMkLst>
            <pc:docMk/>
            <pc:sldMk cId="0" sldId="270"/>
            <ac:spMk id="9227" creationId="{6832F003-FCA6-4CFB-A2EA-308F3AA257D1}"/>
          </ac:spMkLst>
        </pc:spChg>
        <pc:spChg chg="add del">
          <ac:chgData name="Lâm Visal" userId="d69494eb3154d0d5" providerId="LiveId" clId="{B593099D-78F7-4C94-B8E8-4D623AE73D26}" dt="2026-01-29T14:52:43.434" v="438" actId="26606"/>
          <ac:spMkLst>
            <pc:docMk/>
            <pc:sldMk cId="0" sldId="270"/>
            <ac:spMk id="9232" creationId="{2151139A-886F-4B97-8815-729AD3831BBD}"/>
          </ac:spMkLst>
        </pc:spChg>
        <pc:spChg chg="add del">
          <ac:chgData name="Lâm Visal" userId="d69494eb3154d0d5" providerId="LiveId" clId="{B593099D-78F7-4C94-B8E8-4D623AE73D26}" dt="2026-01-29T14:52:43.434" v="438" actId="26606"/>
          <ac:spMkLst>
            <pc:docMk/>
            <pc:sldMk cId="0" sldId="270"/>
            <ac:spMk id="9234" creationId="{AB5E08C4-8CDD-4623-A5B8-E998C6DEE3B7}"/>
          </ac:spMkLst>
        </pc:spChg>
        <pc:spChg chg="add del">
          <ac:chgData name="Lâm Visal" userId="d69494eb3154d0d5" providerId="LiveId" clId="{B593099D-78F7-4C94-B8E8-4D623AE73D26}" dt="2026-01-29T14:52:43.434" v="438" actId="26606"/>
          <ac:spMkLst>
            <pc:docMk/>
            <pc:sldMk cId="0" sldId="270"/>
            <ac:spMk id="9236" creationId="{15F33878-D502-4FFA-8ACE-F2AECDB2A23F}"/>
          </ac:spMkLst>
        </pc:spChg>
        <pc:spChg chg="add del">
          <ac:chgData name="Lâm Visal" userId="d69494eb3154d0d5" providerId="LiveId" clId="{B593099D-78F7-4C94-B8E8-4D623AE73D26}" dt="2026-01-29T14:52:43.434" v="438" actId="26606"/>
          <ac:spMkLst>
            <pc:docMk/>
            <pc:sldMk cId="0" sldId="270"/>
            <ac:spMk id="9238" creationId="{D3539FEE-81D3-4406-802E-60B20B16F4F6}"/>
          </ac:spMkLst>
        </pc:spChg>
        <pc:spChg chg="add del">
          <ac:chgData name="Lâm Visal" userId="d69494eb3154d0d5" providerId="LiveId" clId="{B593099D-78F7-4C94-B8E8-4D623AE73D26}" dt="2026-01-29T14:52:43.434" v="438" actId="26606"/>
          <ac:spMkLst>
            <pc:docMk/>
            <pc:sldMk cId="0" sldId="270"/>
            <ac:spMk id="9240" creationId="{DC701763-729E-462F-A5A8-E0DEFEB1E2E4}"/>
          </ac:spMkLst>
        </pc:spChg>
        <pc:spChg chg="add del">
          <ac:chgData name="Lâm Visal" userId="d69494eb3154d0d5" providerId="LiveId" clId="{B593099D-78F7-4C94-B8E8-4D623AE73D26}" dt="2026-01-29T14:52:42.109" v="435" actId="26606"/>
          <ac:spMkLst>
            <pc:docMk/>
            <pc:sldMk cId="0" sldId="270"/>
            <ac:spMk id="9245" creationId="{AB8C311F-7253-4AED-9701-7FC0708C41C7}"/>
          </ac:spMkLst>
        </pc:spChg>
        <pc:spChg chg="add del">
          <ac:chgData name="Lâm Visal" userId="d69494eb3154d0d5" providerId="LiveId" clId="{B593099D-78F7-4C94-B8E8-4D623AE73D26}" dt="2026-01-29T14:52:42.109" v="435" actId="26606"/>
          <ac:spMkLst>
            <pc:docMk/>
            <pc:sldMk cId="0" sldId="270"/>
            <ac:spMk id="9247" creationId="{E2384209-CB15-4CDF-9D31-C44FD9A3F20D}"/>
          </ac:spMkLst>
        </pc:spChg>
        <pc:spChg chg="add del">
          <ac:chgData name="Lâm Visal" userId="d69494eb3154d0d5" providerId="LiveId" clId="{B593099D-78F7-4C94-B8E8-4D623AE73D26}" dt="2026-01-29T14:52:42.109" v="435" actId="26606"/>
          <ac:spMkLst>
            <pc:docMk/>
            <pc:sldMk cId="0" sldId="270"/>
            <ac:spMk id="9249" creationId="{2633B3B5-CC90-43F0-8714-D31D1F3F0209}"/>
          </ac:spMkLst>
        </pc:spChg>
        <pc:spChg chg="add del">
          <ac:chgData name="Lâm Visal" userId="d69494eb3154d0d5" providerId="LiveId" clId="{B593099D-78F7-4C94-B8E8-4D623AE73D26}" dt="2026-01-29T14:52:42.109" v="435" actId="26606"/>
          <ac:spMkLst>
            <pc:docMk/>
            <pc:sldMk cId="0" sldId="270"/>
            <ac:spMk id="9251" creationId="{A8D57A06-A426-446D-B02C-A2DC6B62E45E}"/>
          </ac:spMkLst>
        </pc:spChg>
        <pc:spChg chg="add del">
          <ac:chgData name="Lâm Visal" userId="d69494eb3154d0d5" providerId="LiveId" clId="{B593099D-78F7-4C94-B8E8-4D623AE73D26}" dt="2026-01-29T14:52:43.429" v="437" actId="26606"/>
          <ac:spMkLst>
            <pc:docMk/>
            <pc:sldMk cId="0" sldId="270"/>
            <ac:spMk id="9253" creationId="{9A97C86A-04D6-40F7-AE84-31AB43E6A846}"/>
          </ac:spMkLst>
        </pc:spChg>
        <pc:spChg chg="add del">
          <ac:chgData name="Lâm Visal" userId="d69494eb3154d0d5" providerId="LiveId" clId="{B593099D-78F7-4C94-B8E8-4D623AE73D26}" dt="2026-01-29T14:52:43.429" v="437" actId="26606"/>
          <ac:spMkLst>
            <pc:docMk/>
            <pc:sldMk cId="0" sldId="270"/>
            <ac:spMk id="9254" creationId="{F3060C83-F051-4F0E-ABAD-AA0DFC48B218}"/>
          </ac:spMkLst>
        </pc:spChg>
        <pc:spChg chg="add del">
          <ac:chgData name="Lâm Visal" userId="d69494eb3154d0d5" providerId="LiveId" clId="{B593099D-78F7-4C94-B8E8-4D623AE73D26}" dt="2026-01-29T14:52:43.429" v="437" actId="26606"/>
          <ac:spMkLst>
            <pc:docMk/>
            <pc:sldMk cId="0" sldId="270"/>
            <ac:spMk id="9255" creationId="{FF9F2414-84E8-453E-B1F3-389FDE8192D9}"/>
          </ac:spMkLst>
        </pc:spChg>
        <pc:spChg chg="add del">
          <ac:chgData name="Lâm Visal" userId="d69494eb3154d0d5" providerId="LiveId" clId="{B593099D-78F7-4C94-B8E8-4D623AE73D26}" dt="2026-01-29T14:52:43.429" v="437" actId="26606"/>
          <ac:spMkLst>
            <pc:docMk/>
            <pc:sldMk cId="0" sldId="270"/>
            <ac:spMk id="9256" creationId="{83C98ABE-055B-441F-B07E-44F97F083C39}"/>
          </ac:spMkLst>
        </pc:spChg>
        <pc:spChg chg="add del">
          <ac:chgData name="Lâm Visal" userId="d69494eb3154d0d5" providerId="LiveId" clId="{B593099D-78F7-4C94-B8E8-4D623AE73D26}" dt="2026-01-29T14:52:43.429" v="437" actId="26606"/>
          <ac:spMkLst>
            <pc:docMk/>
            <pc:sldMk cId="0" sldId="270"/>
            <ac:spMk id="9257" creationId="{3ECA69A1-7536-43AC-85EF-C7106179F5ED}"/>
          </ac:spMkLst>
        </pc:spChg>
        <pc:spChg chg="add del">
          <ac:chgData name="Lâm Visal" userId="d69494eb3154d0d5" providerId="LiveId" clId="{B593099D-78F7-4C94-B8E8-4D623AE73D26}" dt="2026-01-29T14:52:43.429" v="437" actId="26606"/>
          <ac:spMkLst>
            <pc:docMk/>
            <pc:sldMk cId="0" sldId="270"/>
            <ac:spMk id="9258" creationId="{29FDB030-9B49-4CED-8CCD-4D99382388AC}"/>
          </ac:spMkLst>
        </pc:spChg>
        <pc:spChg chg="add del">
          <ac:chgData name="Lâm Visal" userId="d69494eb3154d0d5" providerId="LiveId" clId="{B593099D-78F7-4C94-B8E8-4D623AE73D26}" dt="2026-01-29T14:52:43.429" v="437" actId="26606"/>
          <ac:spMkLst>
            <pc:docMk/>
            <pc:sldMk cId="0" sldId="270"/>
            <ac:spMk id="9259" creationId="{3783CA14-24A1-485C-8B30-D6A5D87987AD}"/>
          </ac:spMkLst>
        </pc:spChg>
        <pc:spChg chg="add">
          <ac:chgData name="Lâm Visal" userId="d69494eb3154d0d5" providerId="LiveId" clId="{B593099D-78F7-4C94-B8E8-4D623AE73D26}" dt="2026-01-29T14:52:43.434" v="438" actId="26606"/>
          <ac:spMkLst>
            <pc:docMk/>
            <pc:sldMk cId="0" sldId="270"/>
            <ac:spMk id="9261" creationId="{AB8C311F-7253-4AED-9701-7FC0708C41C7}"/>
          </ac:spMkLst>
        </pc:spChg>
        <pc:spChg chg="add">
          <ac:chgData name="Lâm Visal" userId="d69494eb3154d0d5" providerId="LiveId" clId="{B593099D-78F7-4C94-B8E8-4D623AE73D26}" dt="2026-01-29T14:52:43.434" v="438" actId="26606"/>
          <ac:spMkLst>
            <pc:docMk/>
            <pc:sldMk cId="0" sldId="270"/>
            <ac:spMk id="9262" creationId="{E2384209-CB15-4CDF-9D31-C44FD9A3F20D}"/>
          </ac:spMkLst>
        </pc:spChg>
        <pc:spChg chg="add">
          <ac:chgData name="Lâm Visal" userId="d69494eb3154d0d5" providerId="LiveId" clId="{B593099D-78F7-4C94-B8E8-4D623AE73D26}" dt="2026-01-29T14:52:43.434" v="438" actId="26606"/>
          <ac:spMkLst>
            <pc:docMk/>
            <pc:sldMk cId="0" sldId="270"/>
            <ac:spMk id="9263" creationId="{2633B3B5-CC90-43F0-8714-D31D1F3F0209}"/>
          </ac:spMkLst>
        </pc:spChg>
        <pc:spChg chg="add">
          <ac:chgData name="Lâm Visal" userId="d69494eb3154d0d5" providerId="LiveId" clId="{B593099D-78F7-4C94-B8E8-4D623AE73D26}" dt="2026-01-29T14:52:43.434" v="438" actId="26606"/>
          <ac:spMkLst>
            <pc:docMk/>
            <pc:sldMk cId="0" sldId="270"/>
            <ac:spMk id="9264" creationId="{A8D57A06-A426-446D-B02C-A2DC6B62E45E}"/>
          </ac:spMkLst>
        </pc:spChg>
        <pc:picChg chg="add mod">
          <ac:chgData name="Lâm Visal" userId="d69494eb3154d0d5" providerId="LiveId" clId="{B593099D-78F7-4C94-B8E8-4D623AE73D26}" dt="2026-01-29T14:52:43.434" v="438" actId="26606"/>
          <ac:picMkLst>
            <pc:docMk/>
            <pc:sldMk cId="0" sldId="270"/>
            <ac:picMk id="1026" creationId="{AC23F67A-415A-B1F4-D927-555B1F22466B}"/>
          </ac:picMkLst>
        </pc:picChg>
        <pc:picChg chg="del mod">
          <ac:chgData name="Lâm Visal" userId="d69494eb3154d0d5" providerId="LiveId" clId="{B593099D-78F7-4C94-B8E8-4D623AE73D26}" dt="2026-01-29T14:51:49.656" v="425" actId="478"/>
          <ac:picMkLst>
            <pc:docMk/>
            <pc:sldMk cId="0" sldId="270"/>
            <ac:picMk id="9218" creationId="{6CDFA718-3E6A-B556-FAD6-EF7FD354D0A5}"/>
          </ac:picMkLst>
        </pc:picChg>
      </pc:sldChg>
      <pc:sldChg chg="del modTransition">
        <pc:chgData name="Lâm Visal" userId="d69494eb3154d0d5" providerId="LiveId" clId="{B593099D-78F7-4C94-B8E8-4D623AE73D26}" dt="2026-01-29T15:20:38.292" v="675" actId="47"/>
        <pc:sldMkLst>
          <pc:docMk/>
          <pc:sldMk cId="0" sldId="271"/>
        </pc:sldMkLst>
      </pc:sldChg>
      <pc:sldChg chg="del modTransition">
        <pc:chgData name="Lâm Visal" userId="d69494eb3154d0d5" providerId="LiveId" clId="{B593099D-78F7-4C94-B8E8-4D623AE73D26}" dt="2026-01-29T15:30:32.017" v="948" actId="47"/>
        <pc:sldMkLst>
          <pc:docMk/>
          <pc:sldMk cId="0" sldId="272"/>
        </pc:sldMkLst>
      </pc:sldChg>
      <pc:sldChg chg="del modTransition">
        <pc:chgData name="Lâm Visal" userId="d69494eb3154d0d5" providerId="LiveId" clId="{B593099D-78F7-4C94-B8E8-4D623AE73D26}" dt="2026-01-29T15:30:36.159" v="949" actId="47"/>
        <pc:sldMkLst>
          <pc:docMk/>
          <pc:sldMk cId="0" sldId="273"/>
        </pc:sldMkLst>
      </pc:sldChg>
      <pc:sldChg chg="del modTransition">
        <pc:chgData name="Lâm Visal" userId="d69494eb3154d0d5" providerId="LiveId" clId="{B593099D-78F7-4C94-B8E8-4D623AE73D26}" dt="2026-01-29T15:30:40.625" v="950" actId="47"/>
        <pc:sldMkLst>
          <pc:docMk/>
          <pc:sldMk cId="0" sldId="274"/>
        </pc:sldMkLst>
      </pc:sldChg>
      <pc:sldChg chg="del modTransition">
        <pc:chgData name="Lâm Visal" userId="d69494eb3154d0d5" providerId="LiveId" clId="{B593099D-78F7-4C94-B8E8-4D623AE73D26}" dt="2026-01-29T15:37:01.917" v="1137" actId="2696"/>
        <pc:sldMkLst>
          <pc:docMk/>
          <pc:sldMk cId="0" sldId="275"/>
        </pc:sldMkLst>
      </pc:sldChg>
      <pc:sldChg chg="ord modTransition">
        <pc:chgData name="Lâm Visal" userId="d69494eb3154d0d5" providerId="LiveId" clId="{B593099D-78F7-4C94-B8E8-4D623AE73D26}" dt="2026-01-29T15:55:56.874" v="1153"/>
        <pc:sldMkLst>
          <pc:docMk/>
          <pc:sldMk cId="3569234345" sldId="276"/>
        </pc:sldMkLst>
      </pc:sldChg>
      <pc:sldChg chg="modTransition">
        <pc:chgData name="Lâm Visal" userId="d69494eb3154d0d5" providerId="LiveId" clId="{B593099D-78F7-4C94-B8E8-4D623AE73D26}" dt="2026-01-29T14:24:57.665" v="225"/>
        <pc:sldMkLst>
          <pc:docMk/>
          <pc:sldMk cId="604384972" sldId="277"/>
        </pc:sldMkLst>
      </pc:sldChg>
      <pc:sldChg chg="modSp del mod modTransition">
        <pc:chgData name="Lâm Visal" userId="d69494eb3154d0d5" providerId="LiveId" clId="{B593099D-78F7-4C94-B8E8-4D623AE73D26}" dt="2026-01-30T04:42:40.530" v="1263" actId="47"/>
        <pc:sldMkLst>
          <pc:docMk/>
          <pc:sldMk cId="1428357803" sldId="278"/>
        </pc:sldMkLst>
        <pc:spChg chg="mod">
          <ac:chgData name="Lâm Visal" userId="d69494eb3154d0d5" providerId="LiveId" clId="{B593099D-78F7-4C94-B8E8-4D623AE73D26}" dt="2026-01-29T14:43:38.841" v="416" actId="207"/>
          <ac:spMkLst>
            <pc:docMk/>
            <pc:sldMk cId="1428357803" sldId="278"/>
            <ac:spMk id="3" creationId="{EF2D1BF8-F1B2-ECA9-8C11-632951748135}"/>
          </ac:spMkLst>
        </pc:spChg>
      </pc:sldChg>
      <pc:sldChg chg="addSp modSp add mod modTransition modAnim">
        <pc:chgData name="Lâm Visal" userId="d69494eb3154d0d5" providerId="LiveId" clId="{B593099D-78F7-4C94-B8E8-4D623AE73D26}" dt="2026-01-29T14:43:28.732" v="415" actId="207"/>
        <pc:sldMkLst>
          <pc:docMk/>
          <pc:sldMk cId="1482437219" sldId="279"/>
        </pc:sldMkLst>
        <pc:spChg chg="mod">
          <ac:chgData name="Lâm Visal" userId="d69494eb3154d0d5" providerId="LiveId" clId="{B593099D-78F7-4C94-B8E8-4D623AE73D26}" dt="2026-01-29T14:43:13.533" v="413" actId="207"/>
          <ac:spMkLst>
            <pc:docMk/>
            <pc:sldMk cId="1482437219" sldId="279"/>
            <ac:spMk id="3" creationId="{9322C807-5D75-F99B-2289-4DBEBECE5D25}"/>
          </ac:spMkLst>
        </pc:spChg>
        <pc:spChg chg="add mod">
          <ac:chgData name="Lâm Visal" userId="d69494eb3154d0d5" providerId="LiveId" clId="{B593099D-78F7-4C94-B8E8-4D623AE73D26}" dt="2026-01-29T14:43:23.446" v="414" actId="207"/>
          <ac:spMkLst>
            <pc:docMk/>
            <pc:sldMk cId="1482437219" sldId="279"/>
            <ac:spMk id="4" creationId="{7258DFEB-8D51-D6C0-2C47-FC990007D6F4}"/>
          </ac:spMkLst>
        </pc:spChg>
        <pc:spChg chg="add mod">
          <ac:chgData name="Lâm Visal" userId="d69494eb3154d0d5" providerId="LiveId" clId="{B593099D-78F7-4C94-B8E8-4D623AE73D26}" dt="2026-01-29T14:43:28.732" v="415" actId="207"/>
          <ac:spMkLst>
            <pc:docMk/>
            <pc:sldMk cId="1482437219" sldId="279"/>
            <ac:spMk id="5" creationId="{52509E6B-7B9F-F046-B91B-5F67DCCAD6AB}"/>
          </ac:spMkLst>
        </pc:spChg>
      </pc:sldChg>
      <pc:sldChg chg="addSp delSp modSp add mod ord delAnim modAnim">
        <pc:chgData name="Lâm Visal" userId="d69494eb3154d0d5" providerId="LiveId" clId="{B593099D-78F7-4C94-B8E8-4D623AE73D26}" dt="2026-01-29T14:41:03.703" v="412" actId="11529"/>
        <pc:sldMkLst>
          <pc:docMk/>
          <pc:sldMk cId="1597246498" sldId="280"/>
        </pc:sldMkLst>
        <pc:spChg chg="mod">
          <ac:chgData name="Lâm Visal" userId="d69494eb3154d0d5" providerId="LiveId" clId="{B593099D-78F7-4C94-B8E8-4D623AE73D26}" dt="2026-01-29T14:40:05.589" v="410" actId="207"/>
          <ac:spMkLst>
            <pc:docMk/>
            <pc:sldMk cId="1597246498" sldId="280"/>
            <ac:spMk id="3" creationId="{8A3B4DC3-8269-75C5-5682-1B4F561EDAF3}"/>
          </ac:spMkLst>
        </pc:spChg>
        <pc:spChg chg="mod">
          <ac:chgData name="Lâm Visal" userId="d69494eb3154d0d5" providerId="LiveId" clId="{B593099D-78F7-4C94-B8E8-4D623AE73D26}" dt="2026-01-29T14:40:21.783" v="411" actId="207"/>
          <ac:spMkLst>
            <pc:docMk/>
            <pc:sldMk cId="1597246498" sldId="280"/>
            <ac:spMk id="4" creationId="{A1546466-34C9-5B78-1169-6C91B47EE1F7}"/>
          </ac:spMkLst>
        </pc:spChg>
        <pc:spChg chg="del">
          <ac:chgData name="Lâm Visal" userId="d69494eb3154d0d5" providerId="LiveId" clId="{B593099D-78F7-4C94-B8E8-4D623AE73D26}" dt="2026-01-29T14:35:27.701" v="401" actId="478"/>
          <ac:spMkLst>
            <pc:docMk/>
            <pc:sldMk cId="1597246498" sldId="280"/>
            <ac:spMk id="5" creationId="{8A2179C3-222C-C9D8-5A7C-ACA84D7AB882}"/>
          </ac:spMkLst>
        </pc:spChg>
        <pc:spChg chg="add del mod">
          <ac:chgData name="Lâm Visal" userId="d69494eb3154d0d5" providerId="LiveId" clId="{B593099D-78F7-4C94-B8E8-4D623AE73D26}" dt="2026-01-29T14:37:54.283" v="406" actId="478"/>
          <ac:spMkLst>
            <pc:docMk/>
            <pc:sldMk cId="1597246498" sldId="280"/>
            <ac:spMk id="6" creationId="{89D675C4-E99D-FCBD-7A23-88106B2E4805}"/>
          </ac:spMkLst>
        </pc:spChg>
        <pc:cxnChg chg="add">
          <ac:chgData name="Lâm Visal" userId="d69494eb3154d0d5" providerId="LiveId" clId="{B593099D-78F7-4C94-B8E8-4D623AE73D26}" dt="2026-01-29T14:41:03.703" v="412" actId="11529"/>
          <ac:cxnSpMkLst>
            <pc:docMk/>
            <pc:sldMk cId="1597246498" sldId="280"/>
            <ac:cxnSpMk id="8" creationId="{64CF57CF-7651-3BE8-6B72-C1898AF1B3BC}"/>
          </ac:cxnSpMkLst>
        </pc:cxnChg>
      </pc:sldChg>
      <pc:sldChg chg="addSp delSp modSp add mod delAnim">
        <pc:chgData name="Lâm Visal" userId="d69494eb3154d0d5" providerId="LiveId" clId="{B593099D-78F7-4C94-B8E8-4D623AE73D26}" dt="2026-01-29T15:20:08.945" v="673"/>
        <pc:sldMkLst>
          <pc:docMk/>
          <pc:sldMk cId="1708155560" sldId="281"/>
        </pc:sldMkLst>
        <pc:spChg chg="mod">
          <ac:chgData name="Lâm Visal" userId="d69494eb3154d0d5" providerId="LiveId" clId="{B593099D-78F7-4C94-B8E8-4D623AE73D26}" dt="2026-01-29T14:53:28.733" v="546" actId="20577"/>
          <ac:spMkLst>
            <pc:docMk/>
            <pc:sldMk cId="1708155560" sldId="281"/>
            <ac:spMk id="3" creationId="{D2C3F1DB-5013-802E-3704-A64CABA64F61}"/>
          </ac:spMkLst>
        </pc:spChg>
        <pc:spChg chg="del mod">
          <ac:chgData name="Lâm Visal" userId="d69494eb3154d0d5" providerId="LiveId" clId="{B593099D-78F7-4C94-B8E8-4D623AE73D26}" dt="2026-01-29T14:53:56.867" v="548" actId="478"/>
          <ac:spMkLst>
            <pc:docMk/>
            <pc:sldMk cId="1708155560" sldId="281"/>
            <ac:spMk id="4" creationId="{88C66C54-4B16-056F-618A-D8E7713A4BED}"/>
          </ac:spMkLst>
        </pc:spChg>
        <pc:picChg chg="add del mod">
          <ac:chgData name="Lâm Visal" userId="d69494eb3154d0d5" providerId="LiveId" clId="{B593099D-78F7-4C94-B8E8-4D623AE73D26}" dt="2026-01-29T15:19:51.080" v="670" actId="478"/>
          <ac:picMkLst>
            <pc:docMk/>
            <pc:sldMk cId="1708155560" sldId="281"/>
            <ac:picMk id="3074" creationId="{3D4A1A64-CD0C-3753-4F96-622A735E8DC2}"/>
          </ac:picMkLst>
        </pc:picChg>
        <pc:picChg chg="add mod">
          <ac:chgData name="Lâm Visal" userId="d69494eb3154d0d5" providerId="LiveId" clId="{B593099D-78F7-4C94-B8E8-4D623AE73D26}" dt="2026-01-29T15:20:08.945" v="673"/>
          <ac:picMkLst>
            <pc:docMk/>
            <pc:sldMk cId="1708155560" sldId="281"/>
            <ac:picMk id="3076" creationId="{D6561B40-6B56-68B1-B62A-D713B91B61C7}"/>
          </ac:picMkLst>
        </pc:picChg>
      </pc:sldChg>
      <pc:sldChg chg="addSp new">
        <pc:chgData name="Lâm Visal" userId="d69494eb3154d0d5" providerId="LiveId" clId="{B593099D-78F7-4C94-B8E8-4D623AE73D26}" dt="2026-01-29T14:55:40.944" v="550"/>
        <pc:sldMkLst>
          <pc:docMk/>
          <pc:sldMk cId="1844444292" sldId="282"/>
        </pc:sldMkLst>
        <pc:picChg chg="add">
          <ac:chgData name="Lâm Visal" userId="d69494eb3154d0d5" providerId="LiveId" clId="{B593099D-78F7-4C94-B8E8-4D623AE73D26}" dt="2026-01-29T14:55:40.944" v="550"/>
          <ac:picMkLst>
            <pc:docMk/>
            <pc:sldMk cId="1844444292" sldId="282"/>
            <ac:picMk id="2050" creationId="{6470D781-9A6B-ABC8-E2B5-49C69C874A53}"/>
          </ac:picMkLst>
        </pc:picChg>
      </pc:sldChg>
      <pc:sldChg chg="addSp delSp modSp add mod modAnim">
        <pc:chgData name="Lâm Visal" userId="d69494eb3154d0d5" providerId="LiveId" clId="{B593099D-78F7-4C94-B8E8-4D623AE73D26}" dt="2026-01-29T15:22:44.334" v="882" actId="27636"/>
        <pc:sldMkLst>
          <pc:docMk/>
          <pc:sldMk cId="2165663014" sldId="283"/>
        </pc:sldMkLst>
        <pc:spChg chg="mod">
          <ac:chgData name="Lâm Visal" userId="d69494eb3154d0d5" providerId="LiveId" clId="{B593099D-78F7-4C94-B8E8-4D623AE73D26}" dt="2026-01-29T15:20:49.971" v="680" actId="27636"/>
          <ac:spMkLst>
            <pc:docMk/>
            <pc:sldMk cId="2165663014" sldId="283"/>
            <ac:spMk id="3" creationId="{3367A8CD-2F0D-CE64-C878-F652FF5B35FF}"/>
          </ac:spMkLst>
        </pc:spChg>
        <pc:spChg chg="add mod">
          <ac:chgData name="Lâm Visal" userId="d69494eb3154d0d5" providerId="LiveId" clId="{B593099D-78F7-4C94-B8E8-4D623AE73D26}" dt="2026-01-29T15:22:44.334" v="882" actId="27636"/>
          <ac:spMkLst>
            <pc:docMk/>
            <pc:sldMk cId="2165663014" sldId="283"/>
            <ac:spMk id="4" creationId="{CD0DBF56-4ED0-0F1A-CB38-24ECB2A71D89}"/>
          </ac:spMkLst>
        </pc:spChg>
        <pc:picChg chg="del">
          <ac:chgData name="Lâm Visal" userId="d69494eb3154d0d5" providerId="LiveId" clId="{B593099D-78F7-4C94-B8E8-4D623AE73D26}" dt="2026-01-29T15:20:53.289" v="681" actId="478"/>
          <ac:picMkLst>
            <pc:docMk/>
            <pc:sldMk cId="2165663014" sldId="283"/>
            <ac:picMk id="3076" creationId="{1FA2D17A-22EB-2051-6A0A-121AAABB6CCE}"/>
          </ac:picMkLst>
        </pc:picChg>
      </pc:sldChg>
      <pc:sldChg chg="modSp add mod">
        <pc:chgData name="Lâm Visal" userId="d69494eb3154d0d5" providerId="LiveId" clId="{B593099D-78F7-4C94-B8E8-4D623AE73D26}" dt="2026-01-29T15:30:23.270" v="947" actId="20577"/>
        <pc:sldMkLst>
          <pc:docMk/>
          <pc:sldMk cId="3126072071" sldId="284"/>
        </pc:sldMkLst>
        <pc:spChg chg="mod">
          <ac:chgData name="Lâm Visal" userId="d69494eb3154d0d5" providerId="LiveId" clId="{B593099D-78F7-4C94-B8E8-4D623AE73D26}" dt="2026-01-29T15:29:12.525" v="890" actId="20577"/>
          <ac:spMkLst>
            <pc:docMk/>
            <pc:sldMk cId="3126072071" sldId="284"/>
            <ac:spMk id="3" creationId="{E36F3568-11BF-0BDE-070B-7EB911CAF4CF}"/>
          </ac:spMkLst>
        </pc:spChg>
        <pc:spChg chg="mod">
          <ac:chgData name="Lâm Visal" userId="d69494eb3154d0d5" providerId="LiveId" clId="{B593099D-78F7-4C94-B8E8-4D623AE73D26}" dt="2026-01-29T15:30:23.270" v="947" actId="20577"/>
          <ac:spMkLst>
            <pc:docMk/>
            <pc:sldMk cId="3126072071" sldId="284"/>
            <ac:spMk id="4" creationId="{335F194B-73AC-4129-5FB6-20271FFE7474}"/>
          </ac:spMkLst>
        </pc:spChg>
      </pc:sldChg>
      <pc:sldChg chg="modSp add mod">
        <pc:chgData name="Lâm Visal" userId="d69494eb3154d0d5" providerId="LiveId" clId="{B593099D-78F7-4C94-B8E8-4D623AE73D26}" dt="2026-01-29T15:31:56.611" v="1136" actId="20577"/>
        <pc:sldMkLst>
          <pc:docMk/>
          <pc:sldMk cId="1186253" sldId="285"/>
        </pc:sldMkLst>
        <pc:spChg chg="mod">
          <ac:chgData name="Lâm Visal" userId="d69494eb3154d0d5" providerId="LiveId" clId="{B593099D-78F7-4C94-B8E8-4D623AE73D26}" dt="2026-01-29T15:30:57.821" v="994" actId="27636"/>
          <ac:spMkLst>
            <pc:docMk/>
            <pc:sldMk cId="1186253" sldId="285"/>
            <ac:spMk id="3" creationId="{E27E48EC-D9CC-C546-630C-92364610800D}"/>
          </ac:spMkLst>
        </pc:spChg>
        <pc:spChg chg="mod">
          <ac:chgData name="Lâm Visal" userId="d69494eb3154d0d5" providerId="LiveId" clId="{B593099D-78F7-4C94-B8E8-4D623AE73D26}" dt="2026-01-29T15:31:56.611" v="1136" actId="20577"/>
          <ac:spMkLst>
            <pc:docMk/>
            <pc:sldMk cId="1186253" sldId="285"/>
            <ac:spMk id="4" creationId="{63FB2EA0-8EED-C90C-0301-B2D7F145AF87}"/>
          </ac:spMkLst>
        </pc:spChg>
      </pc:sldChg>
      <pc:sldChg chg="addSp delSp modSp new del mod setBg">
        <pc:chgData name="Lâm Visal" userId="d69494eb3154d0d5" providerId="LiveId" clId="{B593099D-78F7-4C94-B8E8-4D623AE73D26}" dt="2026-01-29T15:58:28.338" v="1159" actId="2696"/>
        <pc:sldMkLst>
          <pc:docMk/>
          <pc:sldMk cId="1161543727" sldId="286"/>
        </pc:sldMkLst>
        <pc:spChg chg="add del">
          <ac:chgData name="Lâm Visal" userId="d69494eb3154d0d5" providerId="LiveId" clId="{B593099D-78F7-4C94-B8E8-4D623AE73D26}" dt="2026-01-29T15:41:19.390" v="1144" actId="26606"/>
          <ac:spMkLst>
            <pc:docMk/>
            <pc:sldMk cId="1161543727" sldId="286"/>
            <ac:spMk id="2" creationId="{B4D0D87E-06EB-BAE3-8D0D-DD76C7071409}"/>
          </ac:spMkLst>
        </pc:spChg>
        <pc:spChg chg="add del">
          <ac:chgData name="Lâm Visal" userId="d69494eb3154d0d5" providerId="LiveId" clId="{B593099D-78F7-4C94-B8E8-4D623AE73D26}" dt="2026-01-29T15:41:19.390" v="1144" actId="26606"/>
          <ac:spMkLst>
            <pc:docMk/>
            <pc:sldMk cId="1161543727" sldId="286"/>
            <ac:spMk id="3" creationId="{573A281A-F27E-CDE4-437A-B7D61D7D531D}"/>
          </ac:spMkLst>
        </pc:spChg>
        <pc:spChg chg="mod">
          <ac:chgData name="Lâm Visal" userId="d69494eb3154d0d5" providerId="LiveId" clId="{B593099D-78F7-4C94-B8E8-4D623AE73D26}" dt="2026-01-29T15:41:19.390" v="1144" actId="26606"/>
          <ac:spMkLst>
            <pc:docMk/>
            <pc:sldMk cId="1161543727" sldId="286"/>
            <ac:spMk id="4" creationId="{349E89A2-3844-849C-1737-87B117B23F69}"/>
          </ac:spMkLst>
        </pc:spChg>
        <pc:spChg chg="mod">
          <ac:chgData name="Lâm Visal" userId="d69494eb3154d0d5" providerId="LiveId" clId="{B593099D-78F7-4C94-B8E8-4D623AE73D26}" dt="2026-01-29T15:41:19.390" v="1144" actId="26606"/>
          <ac:spMkLst>
            <pc:docMk/>
            <pc:sldMk cId="1161543727" sldId="286"/>
            <ac:spMk id="5" creationId="{49D53969-7A58-7552-3D77-6109AFFF0AD4}"/>
          </ac:spMkLst>
        </pc:spChg>
        <pc:spChg chg="mod">
          <ac:chgData name="Lâm Visal" userId="d69494eb3154d0d5" providerId="LiveId" clId="{B593099D-78F7-4C94-B8E8-4D623AE73D26}" dt="2026-01-29T15:41:19.390" v="1144" actId="26606"/>
          <ac:spMkLst>
            <pc:docMk/>
            <pc:sldMk cId="1161543727" sldId="286"/>
            <ac:spMk id="6" creationId="{A9DB52B7-BF8A-FCA2-7116-E9F7A1BE7621}"/>
          </ac:spMkLst>
        </pc:spChg>
        <pc:spChg chg="add del">
          <ac:chgData name="Lâm Visal" userId="d69494eb3154d0d5" providerId="LiveId" clId="{B593099D-78F7-4C94-B8E8-4D623AE73D26}" dt="2026-01-29T15:41:17.562" v="1141" actId="26606"/>
          <ac:spMkLst>
            <pc:docMk/>
            <pc:sldMk cId="1161543727" sldId="286"/>
            <ac:spMk id="4103" creationId="{42A4FC2C-047E-45A5-965D-8E1E3BF09BC6}"/>
          </ac:spMkLst>
        </pc:spChg>
        <pc:spChg chg="add">
          <ac:chgData name="Lâm Visal" userId="d69494eb3154d0d5" providerId="LiveId" clId="{B593099D-78F7-4C94-B8E8-4D623AE73D26}" dt="2026-01-29T15:41:19.390" v="1144" actId="26606"/>
          <ac:spMkLst>
            <pc:docMk/>
            <pc:sldMk cId="1161543727" sldId="286"/>
            <ac:spMk id="4110" creationId="{42A4FC2C-047E-45A5-965D-8E1E3BF09BC6}"/>
          </ac:spMkLst>
        </pc:spChg>
        <pc:grpChg chg="add del">
          <ac:chgData name="Lâm Visal" userId="d69494eb3154d0d5" providerId="LiveId" clId="{B593099D-78F7-4C94-B8E8-4D623AE73D26}" dt="2026-01-29T15:41:19.385" v="1143" actId="26606"/>
          <ac:grpSpMkLst>
            <pc:docMk/>
            <pc:sldMk cId="1161543727" sldId="286"/>
            <ac:grpSpMk id="4108" creationId="{723C66ED-DBBF-12CA-7F5E-813E0E7D036A}"/>
          </ac:grpSpMkLst>
        </pc:grpChg>
        <pc:picChg chg="add mod ord">
          <ac:chgData name="Lâm Visal" userId="d69494eb3154d0d5" providerId="LiveId" clId="{B593099D-78F7-4C94-B8E8-4D623AE73D26}" dt="2026-01-29T15:41:19.390" v="1144" actId="26606"/>
          <ac:picMkLst>
            <pc:docMk/>
            <pc:sldMk cId="1161543727" sldId="286"/>
            <ac:picMk id="4098" creationId="{FCA7C0F1-9779-A087-9FDE-7854B9395DD4}"/>
          </ac:picMkLst>
        </pc:picChg>
      </pc:sldChg>
      <pc:sldChg chg="delSp add ord setBg delDesignElem">
        <pc:chgData name="Lâm Visal" userId="d69494eb3154d0d5" providerId="LiveId" clId="{B593099D-78F7-4C94-B8E8-4D623AE73D26}" dt="2026-01-29T15:59:13.876" v="1167"/>
        <pc:sldMkLst>
          <pc:docMk/>
          <pc:sldMk cId="3495684767" sldId="286"/>
        </pc:sldMkLst>
        <pc:spChg chg="del">
          <ac:chgData name="Lâm Visal" userId="d69494eb3154d0d5" providerId="LiveId" clId="{B593099D-78F7-4C94-B8E8-4D623AE73D26}" dt="2026-01-29T15:58:40.374" v="1162"/>
          <ac:spMkLst>
            <pc:docMk/>
            <pc:sldMk cId="3495684767" sldId="286"/>
            <ac:spMk id="4110" creationId="{42A4FC2C-047E-45A5-965D-8E1E3BF09BC6}"/>
          </ac:spMkLst>
        </pc:spChg>
      </pc:sldChg>
      <pc:sldChg chg="new del">
        <pc:chgData name="Lâm Visal" userId="d69494eb3154d0d5" providerId="LiveId" clId="{B593099D-78F7-4C94-B8E8-4D623AE73D26}" dt="2026-01-29T15:58:17.527" v="1158" actId="47"/>
        <pc:sldMkLst>
          <pc:docMk/>
          <pc:sldMk cId="224649308" sldId="287"/>
        </pc:sldMkLst>
      </pc:sldChg>
      <pc:sldChg chg="addSp delSp modSp new del mod setBg">
        <pc:chgData name="Lâm Visal" userId="d69494eb3154d0d5" providerId="LiveId" clId="{B593099D-78F7-4C94-B8E8-4D623AE73D26}" dt="2026-01-29T15:56:32.220" v="1154" actId="2696"/>
        <pc:sldMkLst>
          <pc:docMk/>
          <pc:sldMk cId="493810474" sldId="287"/>
        </pc:sldMkLst>
        <pc:spChg chg="add del">
          <ac:chgData name="Lâm Visal" userId="d69494eb3154d0d5" providerId="LiveId" clId="{B593099D-78F7-4C94-B8E8-4D623AE73D26}" dt="2026-01-29T15:52:26.756" v="1151" actId="26606"/>
          <ac:spMkLst>
            <pc:docMk/>
            <pc:sldMk cId="493810474" sldId="287"/>
            <ac:spMk id="2" creationId="{493DCCC0-6DAD-27AF-20E7-930B916D05CB}"/>
          </ac:spMkLst>
        </pc:spChg>
        <pc:spChg chg="add del">
          <ac:chgData name="Lâm Visal" userId="d69494eb3154d0d5" providerId="LiveId" clId="{B593099D-78F7-4C94-B8E8-4D623AE73D26}" dt="2026-01-29T15:52:26.756" v="1151" actId="26606"/>
          <ac:spMkLst>
            <pc:docMk/>
            <pc:sldMk cId="493810474" sldId="287"/>
            <ac:spMk id="3" creationId="{48CAC7C9-6F9D-6279-F175-4ECA7BB2E2E1}"/>
          </ac:spMkLst>
        </pc:spChg>
        <pc:spChg chg="mod ord">
          <ac:chgData name="Lâm Visal" userId="d69494eb3154d0d5" providerId="LiveId" clId="{B593099D-78F7-4C94-B8E8-4D623AE73D26}" dt="2026-01-29T15:52:26.756" v="1151" actId="26606"/>
          <ac:spMkLst>
            <pc:docMk/>
            <pc:sldMk cId="493810474" sldId="287"/>
            <ac:spMk id="4" creationId="{940FB82F-C6DB-A2BF-1896-953C774AC675}"/>
          </ac:spMkLst>
        </pc:spChg>
        <pc:spChg chg="mod">
          <ac:chgData name="Lâm Visal" userId="d69494eb3154d0d5" providerId="LiveId" clId="{B593099D-78F7-4C94-B8E8-4D623AE73D26}" dt="2026-01-29T15:52:26.756" v="1151" actId="26606"/>
          <ac:spMkLst>
            <pc:docMk/>
            <pc:sldMk cId="493810474" sldId="287"/>
            <ac:spMk id="5" creationId="{816D8D5D-1DDD-2D91-BED7-F9B8997DD59A}"/>
          </ac:spMkLst>
        </pc:spChg>
        <pc:spChg chg="mod ord">
          <ac:chgData name="Lâm Visal" userId="d69494eb3154d0d5" providerId="LiveId" clId="{B593099D-78F7-4C94-B8E8-4D623AE73D26}" dt="2026-01-29T15:52:26.756" v="1151" actId="26606"/>
          <ac:spMkLst>
            <pc:docMk/>
            <pc:sldMk cId="493810474" sldId="287"/>
            <ac:spMk id="6" creationId="{4AA96594-94DC-E66A-FE65-CA416A231E83}"/>
          </ac:spMkLst>
        </pc:spChg>
        <pc:spChg chg="add del">
          <ac:chgData name="Lâm Visal" userId="d69494eb3154d0d5" providerId="LiveId" clId="{B593099D-78F7-4C94-B8E8-4D623AE73D26}" dt="2026-01-29T15:52:26.751" v="1150" actId="26606"/>
          <ac:spMkLst>
            <pc:docMk/>
            <pc:sldMk cId="493810474" sldId="287"/>
            <ac:spMk id="5127" creationId="{AB8C311F-7253-4AED-9701-7FC0708C41C7}"/>
          </ac:spMkLst>
        </pc:spChg>
        <pc:spChg chg="add del">
          <ac:chgData name="Lâm Visal" userId="d69494eb3154d0d5" providerId="LiveId" clId="{B593099D-78F7-4C94-B8E8-4D623AE73D26}" dt="2026-01-29T15:52:26.751" v="1150" actId="26606"/>
          <ac:spMkLst>
            <pc:docMk/>
            <pc:sldMk cId="493810474" sldId="287"/>
            <ac:spMk id="5129" creationId="{E2384209-CB15-4CDF-9D31-C44FD9A3F20D}"/>
          </ac:spMkLst>
        </pc:spChg>
        <pc:spChg chg="add del">
          <ac:chgData name="Lâm Visal" userId="d69494eb3154d0d5" providerId="LiveId" clId="{B593099D-78F7-4C94-B8E8-4D623AE73D26}" dt="2026-01-29T15:52:26.751" v="1150" actId="26606"/>
          <ac:spMkLst>
            <pc:docMk/>
            <pc:sldMk cId="493810474" sldId="287"/>
            <ac:spMk id="5131" creationId="{2633B3B5-CC90-43F0-8714-D31D1F3F0209}"/>
          </ac:spMkLst>
        </pc:spChg>
        <pc:spChg chg="add del">
          <ac:chgData name="Lâm Visal" userId="d69494eb3154d0d5" providerId="LiveId" clId="{B593099D-78F7-4C94-B8E8-4D623AE73D26}" dt="2026-01-29T15:52:26.751" v="1150" actId="26606"/>
          <ac:spMkLst>
            <pc:docMk/>
            <pc:sldMk cId="493810474" sldId="287"/>
            <ac:spMk id="5133" creationId="{A8D57A06-A426-446D-B02C-A2DC6B62E45E}"/>
          </ac:spMkLst>
        </pc:spChg>
        <pc:spChg chg="add">
          <ac:chgData name="Lâm Visal" userId="d69494eb3154d0d5" providerId="LiveId" clId="{B593099D-78F7-4C94-B8E8-4D623AE73D26}" dt="2026-01-29T15:52:26.756" v="1151" actId="26606"/>
          <ac:spMkLst>
            <pc:docMk/>
            <pc:sldMk cId="493810474" sldId="287"/>
            <ac:spMk id="5135" creationId="{32BC26D8-82FB-445E-AA49-62A77D7C1EE0}"/>
          </ac:spMkLst>
        </pc:spChg>
        <pc:spChg chg="add">
          <ac:chgData name="Lâm Visal" userId="d69494eb3154d0d5" providerId="LiveId" clId="{B593099D-78F7-4C94-B8E8-4D623AE73D26}" dt="2026-01-29T15:52:26.756" v="1151" actId="26606"/>
          <ac:spMkLst>
            <pc:docMk/>
            <pc:sldMk cId="493810474" sldId="287"/>
            <ac:spMk id="5136" creationId="{CB44330D-EA18-4254-AA95-EB49948539B8}"/>
          </ac:spMkLst>
        </pc:spChg>
        <pc:picChg chg="add mod ord">
          <ac:chgData name="Lâm Visal" userId="d69494eb3154d0d5" providerId="LiveId" clId="{B593099D-78F7-4C94-B8E8-4D623AE73D26}" dt="2026-01-29T15:52:26.756" v="1151" actId="26606"/>
          <ac:picMkLst>
            <pc:docMk/>
            <pc:sldMk cId="493810474" sldId="287"/>
            <ac:picMk id="5122" creationId="{A5B75F4F-889B-CC12-7289-AC194CAEEC84}"/>
          </ac:picMkLst>
        </pc:picChg>
      </pc:sldChg>
      <pc:sldChg chg="delSp add setBg delDesignElem">
        <pc:chgData name="Lâm Visal" userId="d69494eb3154d0d5" providerId="LiveId" clId="{B593099D-78F7-4C94-B8E8-4D623AE73D26}" dt="2026-01-29T15:58:15.235" v="1157"/>
        <pc:sldMkLst>
          <pc:docMk/>
          <pc:sldMk cId="2935351157" sldId="288"/>
        </pc:sldMkLst>
        <pc:spChg chg="del">
          <ac:chgData name="Lâm Visal" userId="d69494eb3154d0d5" providerId="LiveId" clId="{B593099D-78F7-4C94-B8E8-4D623AE73D26}" dt="2026-01-29T15:58:15.235" v="1157"/>
          <ac:spMkLst>
            <pc:docMk/>
            <pc:sldMk cId="2935351157" sldId="288"/>
            <ac:spMk id="5135" creationId="{32BC26D8-82FB-445E-AA49-62A77D7C1EE0}"/>
          </ac:spMkLst>
        </pc:spChg>
        <pc:spChg chg="del">
          <ac:chgData name="Lâm Visal" userId="d69494eb3154d0d5" providerId="LiveId" clId="{B593099D-78F7-4C94-B8E8-4D623AE73D26}" dt="2026-01-29T15:58:15.235" v="1157"/>
          <ac:spMkLst>
            <pc:docMk/>
            <pc:sldMk cId="2935351157" sldId="288"/>
            <ac:spMk id="5136" creationId="{CB44330D-EA18-4254-AA95-EB49948539B8}"/>
          </ac:spMkLst>
        </pc:spChg>
      </pc:sldChg>
      <pc:sldChg chg="addSp delSp modSp add mod addAnim delAnim">
        <pc:chgData name="Lâm Visal" userId="d69494eb3154d0d5" providerId="LiveId" clId="{B593099D-78F7-4C94-B8E8-4D623AE73D26}" dt="2026-01-29T16:01:00.513" v="1248" actId="20577"/>
        <pc:sldMkLst>
          <pc:docMk/>
          <pc:sldMk cId="2474051661" sldId="289"/>
        </pc:sldMkLst>
        <pc:spChg chg="mod">
          <ac:chgData name="Lâm Visal" userId="d69494eb3154d0d5" providerId="LiveId" clId="{B593099D-78F7-4C94-B8E8-4D623AE73D26}" dt="2026-01-29T16:01:00.513" v="1248" actId="20577"/>
          <ac:spMkLst>
            <pc:docMk/>
            <pc:sldMk cId="2474051661" sldId="289"/>
            <ac:spMk id="3" creationId="{0C64590D-2D1B-0673-FE28-B028B86BD13C}"/>
          </ac:spMkLst>
        </pc:spChg>
        <pc:spChg chg="add del mod">
          <ac:chgData name="Lâm Visal" userId="d69494eb3154d0d5" providerId="LiveId" clId="{B593099D-78F7-4C94-B8E8-4D623AE73D26}" dt="2026-01-29T16:00:35.513" v="1226" actId="20577"/>
          <ac:spMkLst>
            <pc:docMk/>
            <pc:sldMk cId="2474051661" sldId="289"/>
            <ac:spMk id="4" creationId="{D1B81961-4DCA-1041-8B83-5A28AF685989}"/>
          </ac:spMkLst>
        </pc:spChg>
      </pc:sldChg>
      <pc:sldChg chg="new del">
        <pc:chgData name="Lâm Visal" userId="d69494eb3154d0d5" providerId="LiveId" clId="{B593099D-78F7-4C94-B8E8-4D623AE73D26}" dt="2026-01-29T15:58:49.683" v="1165" actId="47"/>
        <pc:sldMkLst>
          <pc:docMk/>
          <pc:sldMk cId="4255145523" sldId="289"/>
        </pc:sldMkLst>
      </pc:sldChg>
      <pc:sldChg chg="addSp delSp modSp add del mod">
        <pc:chgData name="Lâm Visal" userId="d69494eb3154d0d5" providerId="LiveId" clId="{B593099D-78F7-4C94-B8E8-4D623AE73D26}" dt="2026-01-30T05:16:14.105" v="1657" actId="47"/>
        <pc:sldMkLst>
          <pc:docMk/>
          <pc:sldMk cId="3712840994" sldId="290"/>
        </pc:sldMkLst>
        <pc:spChg chg="mod">
          <ac:chgData name="Lâm Visal" userId="d69494eb3154d0d5" providerId="LiveId" clId="{B593099D-78F7-4C94-B8E8-4D623AE73D26}" dt="2026-01-30T04:39:24.180" v="1256" actId="26606"/>
          <ac:spMkLst>
            <pc:docMk/>
            <pc:sldMk cId="3712840994" sldId="290"/>
            <ac:spMk id="2" creationId="{B786D2F0-5254-D6FB-9190-8EA86CF6656F}"/>
          </ac:spMkLst>
        </pc:spChg>
        <pc:spChg chg="mod">
          <ac:chgData name="Lâm Visal" userId="d69494eb3154d0d5" providerId="LiveId" clId="{B593099D-78F7-4C94-B8E8-4D623AE73D26}" dt="2026-01-30T04:39:24.180" v="1256" actId="26606"/>
          <ac:spMkLst>
            <pc:docMk/>
            <pc:sldMk cId="3712840994" sldId="290"/>
            <ac:spMk id="3" creationId="{203A4CF8-9619-ABA7-8F12-0447B0864E64}"/>
          </ac:spMkLst>
        </pc:spChg>
        <pc:spChg chg="mod">
          <ac:chgData name="Lâm Visal" userId="d69494eb3154d0d5" providerId="LiveId" clId="{B593099D-78F7-4C94-B8E8-4D623AE73D26}" dt="2026-01-30T04:39:24.180" v="1256" actId="26606"/>
          <ac:spMkLst>
            <pc:docMk/>
            <pc:sldMk cId="3712840994" sldId="290"/>
            <ac:spMk id="4" creationId="{01499D1C-B72C-A1D8-1560-197AA397D3CC}"/>
          </ac:spMkLst>
        </pc:spChg>
        <pc:spChg chg="mod">
          <ac:chgData name="Lâm Visal" userId="d69494eb3154d0d5" providerId="LiveId" clId="{B593099D-78F7-4C94-B8E8-4D623AE73D26}" dt="2026-01-30T04:39:24.180" v="1256" actId="26606"/>
          <ac:spMkLst>
            <pc:docMk/>
            <pc:sldMk cId="3712840994" sldId="290"/>
            <ac:spMk id="5" creationId="{DF340F0B-7E32-94E9-F428-A8E367D2A0C9}"/>
          </ac:spMkLst>
        </pc:spChg>
        <pc:spChg chg="del">
          <ac:chgData name="Lâm Visal" userId="d69494eb3154d0d5" providerId="LiveId" clId="{B593099D-78F7-4C94-B8E8-4D623AE73D26}" dt="2026-01-30T04:39:24.180" v="1256" actId="26606"/>
          <ac:spMkLst>
            <pc:docMk/>
            <pc:sldMk cId="3712840994" sldId="290"/>
            <ac:spMk id="24" creationId="{8B5B7D41-6786-E1BC-0B6F-67D9173AAAAE}"/>
          </ac:spMkLst>
        </pc:spChg>
        <pc:spChg chg="del">
          <ac:chgData name="Lâm Visal" userId="d69494eb3154d0d5" providerId="LiveId" clId="{B593099D-78F7-4C94-B8E8-4D623AE73D26}" dt="2026-01-30T04:39:24.180" v="1256" actId="26606"/>
          <ac:spMkLst>
            <pc:docMk/>
            <pc:sldMk cId="3712840994" sldId="290"/>
            <ac:spMk id="26" creationId="{8A76E6CD-2952-4B9D-D19E-D1BC843C8C1A}"/>
          </ac:spMkLst>
        </pc:spChg>
        <pc:spChg chg="del">
          <ac:chgData name="Lâm Visal" userId="d69494eb3154d0d5" providerId="LiveId" clId="{B593099D-78F7-4C94-B8E8-4D623AE73D26}" dt="2026-01-30T04:39:24.180" v="1256" actId="26606"/>
          <ac:spMkLst>
            <pc:docMk/>
            <pc:sldMk cId="3712840994" sldId="290"/>
            <ac:spMk id="28" creationId="{5E2AB993-9561-FF35-1186-3DAC50D9988F}"/>
          </ac:spMkLst>
        </pc:spChg>
        <pc:spChg chg="del">
          <ac:chgData name="Lâm Visal" userId="d69494eb3154d0d5" providerId="LiveId" clId="{B593099D-78F7-4C94-B8E8-4D623AE73D26}" dt="2026-01-30T04:39:24.180" v="1256" actId="26606"/>
          <ac:spMkLst>
            <pc:docMk/>
            <pc:sldMk cId="3712840994" sldId="290"/>
            <ac:spMk id="30" creationId="{667CFCEA-8715-004D-5B59-EF9770D9E118}"/>
          </ac:spMkLst>
        </pc:spChg>
        <pc:spChg chg="add">
          <ac:chgData name="Lâm Visal" userId="d69494eb3154d0d5" providerId="LiveId" clId="{B593099D-78F7-4C94-B8E8-4D623AE73D26}" dt="2026-01-30T04:39:24.180" v="1256" actId="26606"/>
          <ac:spMkLst>
            <pc:docMk/>
            <pc:sldMk cId="3712840994" sldId="290"/>
            <ac:spMk id="35" creationId="{C4879EFC-8E62-4E00-973C-C45EE9EC676D}"/>
          </ac:spMkLst>
        </pc:spChg>
        <pc:spChg chg="add">
          <ac:chgData name="Lâm Visal" userId="d69494eb3154d0d5" providerId="LiveId" clId="{B593099D-78F7-4C94-B8E8-4D623AE73D26}" dt="2026-01-30T04:39:24.180" v="1256" actId="26606"/>
          <ac:spMkLst>
            <pc:docMk/>
            <pc:sldMk cId="3712840994" sldId="290"/>
            <ac:spMk id="37" creationId="{D6A9C53F-5F90-40A5-8C85-5412D39C8C68}"/>
          </ac:spMkLst>
        </pc:spChg>
        <pc:picChg chg="del">
          <ac:chgData name="Lâm Visal" userId="d69494eb3154d0d5" providerId="LiveId" clId="{B593099D-78F7-4C94-B8E8-4D623AE73D26}" dt="2026-01-30T04:38:43.573" v="1250" actId="478"/>
          <ac:picMkLst>
            <pc:docMk/>
            <pc:sldMk cId="3712840994" sldId="290"/>
            <ac:picMk id="7" creationId="{5969F0C0-B59B-C51C-817A-4328ED347ED5}"/>
          </ac:picMkLst>
        </pc:picChg>
        <pc:picChg chg="add mod">
          <ac:chgData name="Lâm Visal" userId="d69494eb3154d0d5" providerId="LiveId" clId="{B593099D-78F7-4C94-B8E8-4D623AE73D26}" dt="2026-01-30T04:39:36.455" v="1257" actId="1076"/>
          <ac:picMkLst>
            <pc:docMk/>
            <pc:sldMk cId="3712840994" sldId="290"/>
            <ac:picMk id="8" creationId="{B7BA7638-24F7-9660-E0BD-3017A9E0C840}"/>
          </ac:picMkLst>
        </pc:picChg>
        <pc:picChg chg="add mod">
          <ac:chgData name="Lâm Visal" userId="d69494eb3154d0d5" providerId="LiveId" clId="{B593099D-78F7-4C94-B8E8-4D623AE73D26}" dt="2026-01-30T04:39:40.537" v="1258" actId="1076"/>
          <ac:picMkLst>
            <pc:docMk/>
            <pc:sldMk cId="3712840994" sldId="290"/>
            <ac:picMk id="10" creationId="{31225E0D-F850-ED13-EDB7-99C999717479}"/>
          </ac:picMkLst>
        </pc:picChg>
      </pc:sldChg>
      <pc:sldChg chg="addSp delSp modSp add">
        <pc:chgData name="Lâm Visal" userId="d69494eb3154d0d5" providerId="LiveId" clId="{B593099D-78F7-4C94-B8E8-4D623AE73D26}" dt="2026-01-30T04:42:37.606" v="1262"/>
        <pc:sldMkLst>
          <pc:docMk/>
          <pc:sldMk cId="2324603440" sldId="291"/>
        </pc:sldMkLst>
        <pc:spChg chg="mod">
          <ac:chgData name="Lâm Visal" userId="d69494eb3154d0d5" providerId="LiveId" clId="{B593099D-78F7-4C94-B8E8-4D623AE73D26}" dt="2026-01-30T04:42:17.474" v="1260"/>
          <ac:spMkLst>
            <pc:docMk/>
            <pc:sldMk cId="2324603440" sldId="291"/>
            <ac:spMk id="3" creationId="{D0BB94EA-0B06-A8A4-DFAC-B63432B910D2}"/>
          </ac:spMkLst>
        </pc:spChg>
        <pc:picChg chg="add mod">
          <ac:chgData name="Lâm Visal" userId="d69494eb3154d0d5" providerId="LiveId" clId="{B593099D-78F7-4C94-B8E8-4D623AE73D26}" dt="2026-01-30T04:42:37.606" v="1262"/>
          <ac:picMkLst>
            <pc:docMk/>
            <pc:sldMk cId="2324603440" sldId="291"/>
            <ac:picMk id="4" creationId="{38DB4E12-850F-0CE0-ACB1-C60E5AD20D9D}"/>
          </ac:picMkLst>
        </pc:picChg>
        <pc:picChg chg="add mod">
          <ac:chgData name="Lâm Visal" userId="d69494eb3154d0d5" providerId="LiveId" clId="{B593099D-78F7-4C94-B8E8-4D623AE73D26}" dt="2026-01-30T04:42:37.606" v="1262"/>
          <ac:picMkLst>
            <pc:docMk/>
            <pc:sldMk cId="2324603440" sldId="291"/>
            <ac:picMk id="9" creationId="{763D7AB4-0462-514B-4039-F225F7BB4E1B}"/>
          </ac:picMkLst>
        </pc:picChg>
        <pc:picChg chg="del">
          <ac:chgData name="Lâm Visal" userId="d69494eb3154d0d5" providerId="LiveId" clId="{B593099D-78F7-4C94-B8E8-4D623AE73D26}" dt="2026-01-30T04:42:19.884" v="1261" actId="478"/>
          <ac:picMkLst>
            <pc:docMk/>
            <pc:sldMk cId="2324603440" sldId="291"/>
            <ac:picMk id="3076" creationId="{FE41D75C-6911-302E-6469-5AF108F9557C}"/>
          </ac:picMkLst>
        </pc:picChg>
      </pc:sldChg>
      <pc:sldChg chg="modSp add mod modAnim">
        <pc:chgData name="Lâm Visal" userId="d69494eb3154d0d5" providerId="LiveId" clId="{B593099D-78F7-4C94-B8E8-4D623AE73D26}" dt="2026-01-30T04:49:32.101" v="1656"/>
        <pc:sldMkLst>
          <pc:docMk/>
          <pc:sldMk cId="4020575957" sldId="292"/>
        </pc:sldMkLst>
        <pc:spChg chg="mod">
          <ac:chgData name="Lâm Visal" userId="d69494eb3154d0d5" providerId="LiveId" clId="{B593099D-78F7-4C94-B8E8-4D623AE73D26}" dt="2026-01-30T04:46:00.754" v="1297" actId="20577"/>
          <ac:spMkLst>
            <pc:docMk/>
            <pc:sldMk cId="4020575957" sldId="292"/>
            <ac:spMk id="3" creationId="{D92E3FFF-ED5A-9E46-BC73-3B83DF5EC32A}"/>
          </ac:spMkLst>
        </pc:spChg>
        <pc:spChg chg="mod">
          <ac:chgData name="Lâm Visal" userId="d69494eb3154d0d5" providerId="LiveId" clId="{B593099D-78F7-4C94-B8E8-4D623AE73D26}" dt="2026-01-30T04:49:21.963" v="1655" actId="20577"/>
          <ac:spMkLst>
            <pc:docMk/>
            <pc:sldMk cId="4020575957" sldId="292"/>
            <ac:spMk id="4" creationId="{7C614683-1B6E-FE1F-59D3-775FF776E929}"/>
          </ac:spMkLst>
        </pc:spChg>
      </pc:sldChg>
      <pc:sldMasterChg chg="modTransition modSldLayout">
        <pc:chgData name="Lâm Visal" userId="d69494eb3154d0d5" providerId="LiveId" clId="{B593099D-78F7-4C94-B8E8-4D623AE73D26}" dt="2026-01-29T14:24:57.665" v="225"/>
        <pc:sldMasterMkLst>
          <pc:docMk/>
          <pc:sldMasterMk cId="2209977519" sldId="2147483648"/>
        </pc:sldMasterMkLst>
        <pc:sldLayoutChg chg="modTransition">
          <pc:chgData name="Lâm Visal" userId="d69494eb3154d0d5" providerId="LiveId" clId="{B593099D-78F7-4C94-B8E8-4D623AE73D26}" dt="2026-01-29T14:24:57.665" v="225"/>
          <pc:sldLayoutMkLst>
            <pc:docMk/>
            <pc:sldMasterMk cId="2209977519" sldId="2147483648"/>
            <pc:sldLayoutMk cId="3168075583" sldId="2147483649"/>
          </pc:sldLayoutMkLst>
        </pc:sldLayoutChg>
        <pc:sldLayoutChg chg="modTransition">
          <pc:chgData name="Lâm Visal" userId="d69494eb3154d0d5" providerId="LiveId" clId="{B593099D-78F7-4C94-B8E8-4D623AE73D26}" dt="2026-01-29T14:24:57.665" v="225"/>
          <pc:sldLayoutMkLst>
            <pc:docMk/>
            <pc:sldMasterMk cId="2209977519" sldId="2147483648"/>
            <pc:sldLayoutMk cId="2614314258" sldId="2147483650"/>
          </pc:sldLayoutMkLst>
        </pc:sldLayoutChg>
        <pc:sldLayoutChg chg="modTransition">
          <pc:chgData name="Lâm Visal" userId="d69494eb3154d0d5" providerId="LiveId" clId="{B593099D-78F7-4C94-B8E8-4D623AE73D26}" dt="2026-01-29T14:24:57.665" v="225"/>
          <pc:sldLayoutMkLst>
            <pc:docMk/>
            <pc:sldMasterMk cId="2209977519" sldId="2147483648"/>
            <pc:sldLayoutMk cId="960648375" sldId="2147483651"/>
          </pc:sldLayoutMkLst>
        </pc:sldLayoutChg>
        <pc:sldLayoutChg chg="modTransition">
          <pc:chgData name="Lâm Visal" userId="d69494eb3154d0d5" providerId="LiveId" clId="{B593099D-78F7-4C94-B8E8-4D623AE73D26}" dt="2026-01-29T14:24:57.665" v="225"/>
          <pc:sldLayoutMkLst>
            <pc:docMk/>
            <pc:sldMasterMk cId="2209977519" sldId="2147483648"/>
            <pc:sldLayoutMk cId="2782244947" sldId="2147483652"/>
          </pc:sldLayoutMkLst>
        </pc:sldLayoutChg>
        <pc:sldLayoutChg chg="modTransition">
          <pc:chgData name="Lâm Visal" userId="d69494eb3154d0d5" providerId="LiveId" clId="{B593099D-78F7-4C94-B8E8-4D623AE73D26}" dt="2026-01-29T14:24:57.665" v="225"/>
          <pc:sldLayoutMkLst>
            <pc:docMk/>
            <pc:sldMasterMk cId="2209977519" sldId="2147483648"/>
            <pc:sldLayoutMk cId="990158736" sldId="2147483653"/>
          </pc:sldLayoutMkLst>
        </pc:sldLayoutChg>
        <pc:sldLayoutChg chg="modTransition">
          <pc:chgData name="Lâm Visal" userId="d69494eb3154d0d5" providerId="LiveId" clId="{B593099D-78F7-4C94-B8E8-4D623AE73D26}" dt="2026-01-29T14:24:57.665" v="225"/>
          <pc:sldLayoutMkLst>
            <pc:docMk/>
            <pc:sldMasterMk cId="2209977519" sldId="2147483648"/>
            <pc:sldLayoutMk cId="727027711" sldId="2147483654"/>
          </pc:sldLayoutMkLst>
        </pc:sldLayoutChg>
        <pc:sldLayoutChg chg="modTransition">
          <pc:chgData name="Lâm Visal" userId="d69494eb3154d0d5" providerId="LiveId" clId="{B593099D-78F7-4C94-B8E8-4D623AE73D26}" dt="2026-01-29T14:24:57.665" v="225"/>
          <pc:sldLayoutMkLst>
            <pc:docMk/>
            <pc:sldMasterMk cId="2209977519" sldId="2147483648"/>
            <pc:sldLayoutMk cId="1212999818" sldId="2147483655"/>
          </pc:sldLayoutMkLst>
        </pc:sldLayoutChg>
        <pc:sldLayoutChg chg="modTransition">
          <pc:chgData name="Lâm Visal" userId="d69494eb3154d0d5" providerId="LiveId" clId="{B593099D-78F7-4C94-B8E8-4D623AE73D26}" dt="2026-01-29T14:24:57.665" v="225"/>
          <pc:sldLayoutMkLst>
            <pc:docMk/>
            <pc:sldMasterMk cId="2209977519" sldId="2147483648"/>
            <pc:sldLayoutMk cId="1840726560" sldId="2147483656"/>
          </pc:sldLayoutMkLst>
        </pc:sldLayoutChg>
        <pc:sldLayoutChg chg="modTransition">
          <pc:chgData name="Lâm Visal" userId="d69494eb3154d0d5" providerId="LiveId" clId="{B593099D-78F7-4C94-B8E8-4D623AE73D26}" dt="2026-01-29T14:24:57.665" v="225"/>
          <pc:sldLayoutMkLst>
            <pc:docMk/>
            <pc:sldMasterMk cId="2209977519" sldId="2147483648"/>
            <pc:sldLayoutMk cId="3889236939" sldId="2147483657"/>
          </pc:sldLayoutMkLst>
        </pc:sldLayoutChg>
        <pc:sldLayoutChg chg="modTransition">
          <pc:chgData name="Lâm Visal" userId="d69494eb3154d0d5" providerId="LiveId" clId="{B593099D-78F7-4C94-B8E8-4D623AE73D26}" dt="2026-01-29T14:24:57.665" v="225"/>
          <pc:sldLayoutMkLst>
            <pc:docMk/>
            <pc:sldMasterMk cId="2209977519" sldId="2147483648"/>
            <pc:sldLayoutMk cId="2910927964" sldId="2147483658"/>
          </pc:sldLayoutMkLst>
        </pc:sldLayoutChg>
        <pc:sldLayoutChg chg="modTransition">
          <pc:chgData name="Lâm Visal" userId="d69494eb3154d0d5" providerId="LiveId" clId="{B593099D-78F7-4C94-B8E8-4D623AE73D26}" dt="2026-01-29T14:24:57.665" v="225"/>
          <pc:sldLayoutMkLst>
            <pc:docMk/>
            <pc:sldMasterMk cId="2209977519" sldId="2147483648"/>
            <pc:sldLayoutMk cId="3612223792" sldId="2147483659"/>
          </pc:sldLayoutMkLst>
        </pc:sldLayoutChg>
      </pc:sldMasterChg>
    </pc:docChg>
  </pc:docChgLst>
</pc:chgInfo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0BB077-F8F7-4D97-B201-2A82B7F87F73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368A58A-F311-4B43-B722-A7AF7C5576A7}">
      <dgm:prSet/>
      <dgm:spPr/>
      <dgm:t>
        <a:bodyPr/>
        <a:lstStyle/>
        <a:p>
          <a:r>
            <a:rPr lang="en-US"/>
            <a:t>- Sử dụng cỡ chữ, màu sắc hợp lí</a:t>
          </a:r>
        </a:p>
      </dgm:t>
    </dgm:pt>
    <dgm:pt modelId="{21F98473-D45B-46C1-BB52-CD152388DC5A}" type="parTrans" cxnId="{B747C837-6955-4777-B84F-DD95BD8A5E55}">
      <dgm:prSet/>
      <dgm:spPr/>
      <dgm:t>
        <a:bodyPr/>
        <a:lstStyle/>
        <a:p>
          <a:endParaRPr lang="en-US"/>
        </a:p>
      </dgm:t>
    </dgm:pt>
    <dgm:pt modelId="{77A40AB0-47E8-4763-926A-1D525EB40843}" type="sibTrans" cxnId="{B747C837-6955-4777-B84F-DD95BD8A5E55}">
      <dgm:prSet/>
      <dgm:spPr/>
      <dgm:t>
        <a:bodyPr/>
        <a:lstStyle/>
        <a:p>
          <a:endParaRPr lang="en-US"/>
        </a:p>
      </dgm:t>
    </dgm:pt>
    <dgm:pt modelId="{8F9F116F-4A57-467F-A515-0798E6872CC5}">
      <dgm:prSet/>
      <dgm:spPr/>
      <dgm:t>
        <a:bodyPr/>
        <a:lstStyle/>
        <a:p>
          <a:r>
            <a:rPr lang="en-US" dirty="0"/>
            <a:t>- </a:t>
          </a:r>
          <a:r>
            <a:rPr lang="en-US" dirty="0" err="1"/>
            <a:t>Tạo</a:t>
          </a:r>
          <a:r>
            <a:rPr lang="en-US" dirty="0"/>
            <a:t> </a:t>
          </a:r>
          <a:r>
            <a:rPr lang="en-US" dirty="0" err="1"/>
            <a:t>liên</a:t>
          </a:r>
          <a:r>
            <a:rPr lang="en-US" dirty="0"/>
            <a:t> </a:t>
          </a:r>
          <a:r>
            <a:rPr lang="en-US" dirty="0" err="1"/>
            <a:t>kết</a:t>
          </a:r>
          <a:r>
            <a:rPr lang="en-US" dirty="0"/>
            <a:t>, </a:t>
          </a:r>
          <a:r>
            <a:rPr lang="en-US" dirty="0" err="1"/>
            <a:t>chân</a:t>
          </a:r>
          <a:r>
            <a:rPr lang="en-US" dirty="0"/>
            <a:t> </a:t>
          </a:r>
          <a:r>
            <a:rPr lang="en-US" dirty="0" err="1"/>
            <a:t>trang</a:t>
          </a:r>
          <a:r>
            <a:rPr lang="en-US" dirty="0"/>
            <a:t>, </a:t>
          </a:r>
          <a:r>
            <a:rPr lang="en-US" dirty="0" err="1"/>
            <a:t>số</a:t>
          </a:r>
          <a:r>
            <a:rPr lang="en-US" dirty="0"/>
            <a:t> </a:t>
          </a:r>
          <a:r>
            <a:rPr lang="en-US" dirty="0" err="1"/>
            <a:t>trang</a:t>
          </a:r>
          <a:endParaRPr lang="en-US" dirty="0"/>
        </a:p>
      </dgm:t>
    </dgm:pt>
    <dgm:pt modelId="{9E43CFAA-AF22-46E8-9C4E-00074FAF0B12}" type="parTrans" cxnId="{787257EF-1D14-428A-A00D-0C8F083DFE6B}">
      <dgm:prSet/>
      <dgm:spPr/>
      <dgm:t>
        <a:bodyPr/>
        <a:lstStyle/>
        <a:p>
          <a:endParaRPr lang="en-US"/>
        </a:p>
      </dgm:t>
    </dgm:pt>
    <dgm:pt modelId="{078C656E-3574-4D6D-95FD-0859370EAE43}" type="sibTrans" cxnId="{787257EF-1D14-428A-A00D-0C8F083DFE6B}">
      <dgm:prSet/>
      <dgm:spPr/>
      <dgm:t>
        <a:bodyPr/>
        <a:lstStyle/>
        <a:p>
          <a:endParaRPr lang="en-US"/>
        </a:p>
      </dgm:t>
    </dgm:pt>
    <dgm:pt modelId="{F7C49C17-31D5-492A-9578-6517461D9856}">
      <dgm:prSet/>
      <dgm:spPr/>
      <dgm:t>
        <a:bodyPr/>
        <a:lstStyle/>
        <a:p>
          <a:r>
            <a:rPr lang="en-US" dirty="0"/>
            <a:t>- </a:t>
          </a:r>
          <a:r>
            <a:rPr lang="en-US" dirty="0" err="1"/>
            <a:t>Nhận</a:t>
          </a:r>
          <a:r>
            <a:rPr lang="en-US" dirty="0"/>
            <a:t> </a:t>
          </a:r>
          <a:r>
            <a:rPr lang="en-US" dirty="0" err="1"/>
            <a:t>biết</a:t>
          </a:r>
          <a:r>
            <a:rPr lang="en-US" dirty="0"/>
            <a:t> slide </a:t>
          </a:r>
          <a:r>
            <a:rPr lang="en-US" dirty="0" err="1"/>
            <a:t>đúng</a:t>
          </a:r>
          <a:r>
            <a:rPr lang="en-US" dirty="0"/>
            <a:t> – </a:t>
          </a:r>
          <a:r>
            <a:rPr lang="en-US" dirty="0" err="1"/>
            <a:t>sai</a:t>
          </a:r>
          <a:endParaRPr lang="en-US" dirty="0"/>
        </a:p>
      </dgm:t>
    </dgm:pt>
    <dgm:pt modelId="{A3C815E0-DF43-42B6-9359-F9EFB4F52700}" type="parTrans" cxnId="{985EA8B9-1BE2-4E9E-B244-3F5C6A17819D}">
      <dgm:prSet/>
      <dgm:spPr/>
      <dgm:t>
        <a:bodyPr/>
        <a:lstStyle/>
        <a:p>
          <a:endParaRPr lang="en-US"/>
        </a:p>
      </dgm:t>
    </dgm:pt>
    <dgm:pt modelId="{998952C9-D207-4A00-94A7-AFD807163FB9}" type="sibTrans" cxnId="{985EA8B9-1BE2-4E9E-B244-3F5C6A17819D}">
      <dgm:prSet/>
      <dgm:spPr/>
      <dgm:t>
        <a:bodyPr/>
        <a:lstStyle/>
        <a:p>
          <a:endParaRPr lang="en-US"/>
        </a:p>
      </dgm:t>
    </dgm:pt>
    <dgm:pt modelId="{1E9B3AD7-0939-4BC8-AD69-398E7D1443EC}" type="pres">
      <dgm:prSet presAssocID="{810BB077-F8F7-4D97-B201-2A82B7F87F73}" presName="linear" presStyleCnt="0">
        <dgm:presLayoutVars>
          <dgm:animLvl val="lvl"/>
          <dgm:resizeHandles val="exact"/>
        </dgm:presLayoutVars>
      </dgm:prSet>
      <dgm:spPr/>
    </dgm:pt>
    <dgm:pt modelId="{7CB56CC4-9234-48D4-ADD3-2D3B6DCF72A8}" type="pres">
      <dgm:prSet presAssocID="{4368A58A-F311-4B43-B722-A7AF7C5576A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4CAF514-C436-48B1-B23D-91461050C025}" type="pres">
      <dgm:prSet presAssocID="{77A40AB0-47E8-4763-926A-1D525EB40843}" presName="spacer" presStyleCnt="0"/>
      <dgm:spPr/>
    </dgm:pt>
    <dgm:pt modelId="{4436C476-15EE-4624-8A37-3090492D4230}" type="pres">
      <dgm:prSet presAssocID="{8F9F116F-4A57-467F-A515-0798E6872CC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19662EA-B857-462D-B447-8DA06ED4059D}" type="pres">
      <dgm:prSet presAssocID="{078C656E-3574-4D6D-95FD-0859370EAE43}" presName="spacer" presStyleCnt="0"/>
      <dgm:spPr/>
    </dgm:pt>
    <dgm:pt modelId="{2D901381-88F9-4B90-9187-4744DC3AFEEB}" type="pres">
      <dgm:prSet presAssocID="{F7C49C17-31D5-492A-9578-6517461D985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F5E2F22-22A6-4CA7-A3F7-636EE851AAE2}" type="presOf" srcId="{F7C49C17-31D5-492A-9578-6517461D9856}" destId="{2D901381-88F9-4B90-9187-4744DC3AFEEB}" srcOrd="0" destOrd="0" presId="urn:microsoft.com/office/officeart/2005/8/layout/vList2"/>
    <dgm:cxn modelId="{B747C837-6955-4777-B84F-DD95BD8A5E55}" srcId="{810BB077-F8F7-4D97-B201-2A82B7F87F73}" destId="{4368A58A-F311-4B43-B722-A7AF7C5576A7}" srcOrd="0" destOrd="0" parTransId="{21F98473-D45B-46C1-BB52-CD152388DC5A}" sibTransId="{77A40AB0-47E8-4763-926A-1D525EB40843}"/>
    <dgm:cxn modelId="{99D88095-0751-4E59-B661-A5675434C0AC}" type="presOf" srcId="{4368A58A-F311-4B43-B722-A7AF7C5576A7}" destId="{7CB56CC4-9234-48D4-ADD3-2D3B6DCF72A8}" srcOrd="0" destOrd="0" presId="urn:microsoft.com/office/officeart/2005/8/layout/vList2"/>
    <dgm:cxn modelId="{387C79B0-04F4-47F3-82F1-F17E710AE92F}" type="presOf" srcId="{810BB077-F8F7-4D97-B201-2A82B7F87F73}" destId="{1E9B3AD7-0939-4BC8-AD69-398E7D1443EC}" srcOrd="0" destOrd="0" presId="urn:microsoft.com/office/officeart/2005/8/layout/vList2"/>
    <dgm:cxn modelId="{985EA8B9-1BE2-4E9E-B244-3F5C6A17819D}" srcId="{810BB077-F8F7-4D97-B201-2A82B7F87F73}" destId="{F7C49C17-31D5-492A-9578-6517461D9856}" srcOrd="2" destOrd="0" parTransId="{A3C815E0-DF43-42B6-9359-F9EFB4F52700}" sibTransId="{998952C9-D207-4A00-94A7-AFD807163FB9}"/>
    <dgm:cxn modelId="{787257EF-1D14-428A-A00D-0C8F083DFE6B}" srcId="{810BB077-F8F7-4D97-B201-2A82B7F87F73}" destId="{8F9F116F-4A57-467F-A515-0798E6872CC5}" srcOrd="1" destOrd="0" parTransId="{9E43CFAA-AF22-46E8-9C4E-00074FAF0B12}" sibTransId="{078C656E-3574-4D6D-95FD-0859370EAE43}"/>
    <dgm:cxn modelId="{D9789CFA-252A-44EE-8901-BBBFE4F7339D}" type="presOf" srcId="{8F9F116F-4A57-467F-A515-0798E6872CC5}" destId="{4436C476-15EE-4624-8A37-3090492D4230}" srcOrd="0" destOrd="0" presId="urn:microsoft.com/office/officeart/2005/8/layout/vList2"/>
    <dgm:cxn modelId="{57BC7535-3D5B-4817-8186-5FEEA42D9200}" type="presParOf" srcId="{1E9B3AD7-0939-4BC8-AD69-398E7D1443EC}" destId="{7CB56CC4-9234-48D4-ADD3-2D3B6DCF72A8}" srcOrd="0" destOrd="0" presId="urn:microsoft.com/office/officeart/2005/8/layout/vList2"/>
    <dgm:cxn modelId="{9E06A5E2-4153-4452-B700-64C97D0FE195}" type="presParOf" srcId="{1E9B3AD7-0939-4BC8-AD69-398E7D1443EC}" destId="{B4CAF514-C436-48B1-B23D-91461050C025}" srcOrd="1" destOrd="0" presId="urn:microsoft.com/office/officeart/2005/8/layout/vList2"/>
    <dgm:cxn modelId="{65EABDDF-302E-4989-BB5C-AD21892E5D59}" type="presParOf" srcId="{1E9B3AD7-0939-4BC8-AD69-398E7D1443EC}" destId="{4436C476-15EE-4624-8A37-3090492D4230}" srcOrd="2" destOrd="0" presId="urn:microsoft.com/office/officeart/2005/8/layout/vList2"/>
    <dgm:cxn modelId="{25009C97-0D08-405F-A448-C1C9C3B5F5D1}" type="presParOf" srcId="{1E9B3AD7-0939-4BC8-AD69-398E7D1443EC}" destId="{F19662EA-B857-462D-B447-8DA06ED4059D}" srcOrd="3" destOrd="0" presId="urn:microsoft.com/office/officeart/2005/8/layout/vList2"/>
    <dgm:cxn modelId="{4AB22C16-6134-4E21-A02A-3F6539D71799}" type="presParOf" srcId="{1E9B3AD7-0939-4BC8-AD69-398E7D1443EC}" destId="{2D901381-88F9-4B90-9187-4744DC3AFEE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C3DD4B9-4783-462A-B6D0-09C6643BB6C3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B0EFBE40-7785-468D-A7E1-1FFFFF2EAD9B}">
      <dgm:prSet/>
      <dgm:spPr/>
      <dgm:t>
        <a:bodyPr/>
        <a:lstStyle/>
        <a:p>
          <a:r>
            <a:rPr lang="en-US"/>
            <a:t>- Dễ đọc</a:t>
          </a:r>
        </a:p>
      </dgm:t>
    </dgm:pt>
    <dgm:pt modelId="{87B8860D-6A83-4F73-89DF-33034EDE471D}" type="parTrans" cxnId="{B4B7454D-A530-434D-AFE2-8718472B01F9}">
      <dgm:prSet/>
      <dgm:spPr/>
      <dgm:t>
        <a:bodyPr/>
        <a:lstStyle/>
        <a:p>
          <a:endParaRPr lang="en-US"/>
        </a:p>
      </dgm:t>
    </dgm:pt>
    <dgm:pt modelId="{9D4FA4A4-08D0-453F-91CF-798AADF60A2F}" type="sibTrans" cxnId="{B4B7454D-A530-434D-AFE2-8718472B01F9}">
      <dgm:prSet/>
      <dgm:spPr/>
      <dgm:t>
        <a:bodyPr/>
        <a:lstStyle/>
        <a:p>
          <a:endParaRPr lang="en-US"/>
        </a:p>
      </dgm:t>
    </dgm:pt>
    <dgm:pt modelId="{8CAB2C29-B749-4474-BE51-EE32D70AF336}">
      <dgm:prSet/>
      <dgm:spPr/>
      <dgm:t>
        <a:bodyPr/>
        <a:lstStyle/>
        <a:p>
          <a:r>
            <a:rPr lang="en-US"/>
            <a:t>- Ít chữ</a:t>
          </a:r>
        </a:p>
      </dgm:t>
    </dgm:pt>
    <dgm:pt modelId="{8844D5C2-7BA4-4855-A14B-B2E811689E1B}" type="parTrans" cxnId="{C171FE72-F42F-469D-8276-897248DCB9ED}">
      <dgm:prSet/>
      <dgm:spPr/>
      <dgm:t>
        <a:bodyPr/>
        <a:lstStyle/>
        <a:p>
          <a:endParaRPr lang="en-US"/>
        </a:p>
      </dgm:t>
    </dgm:pt>
    <dgm:pt modelId="{F7811148-FE90-443F-84A3-BE594D6DC695}" type="sibTrans" cxnId="{C171FE72-F42F-469D-8276-897248DCB9ED}">
      <dgm:prSet/>
      <dgm:spPr/>
      <dgm:t>
        <a:bodyPr/>
        <a:lstStyle/>
        <a:p>
          <a:endParaRPr lang="en-US"/>
        </a:p>
      </dgm:t>
    </dgm:pt>
    <dgm:pt modelId="{AFC3BBAE-1459-4AE7-BF99-CA2165F04EAB}">
      <dgm:prSet/>
      <dgm:spPr/>
      <dgm:t>
        <a:bodyPr/>
        <a:lstStyle/>
        <a:p>
          <a:r>
            <a:rPr lang="en-US"/>
            <a:t>- Màu sắc hài hòa</a:t>
          </a:r>
        </a:p>
      </dgm:t>
    </dgm:pt>
    <dgm:pt modelId="{06EE8CFB-A0B6-4655-8464-FF2D891A1202}" type="parTrans" cxnId="{39241724-678D-46C0-85F9-1EB4F41FD0C6}">
      <dgm:prSet/>
      <dgm:spPr/>
      <dgm:t>
        <a:bodyPr/>
        <a:lstStyle/>
        <a:p>
          <a:endParaRPr lang="en-US"/>
        </a:p>
      </dgm:t>
    </dgm:pt>
    <dgm:pt modelId="{6835B82E-F99E-4D34-A571-7A0C90A569D5}" type="sibTrans" cxnId="{39241724-678D-46C0-85F9-1EB4F41FD0C6}">
      <dgm:prSet/>
      <dgm:spPr/>
      <dgm:t>
        <a:bodyPr/>
        <a:lstStyle/>
        <a:p>
          <a:endParaRPr lang="en-US"/>
        </a:p>
      </dgm:t>
    </dgm:pt>
    <dgm:pt modelId="{DAAE17BD-F914-413D-9E58-6FD1F5C1CD1D}" type="pres">
      <dgm:prSet presAssocID="{4C3DD4B9-4783-462A-B6D0-09C6643BB6C3}" presName="vert0" presStyleCnt="0">
        <dgm:presLayoutVars>
          <dgm:dir/>
          <dgm:animOne val="branch"/>
          <dgm:animLvl val="lvl"/>
        </dgm:presLayoutVars>
      </dgm:prSet>
      <dgm:spPr/>
    </dgm:pt>
    <dgm:pt modelId="{CE5A3A4A-A2B2-44EE-9AC1-FCF19A9B5233}" type="pres">
      <dgm:prSet presAssocID="{B0EFBE40-7785-468D-A7E1-1FFFFF2EAD9B}" presName="thickLine" presStyleLbl="alignNode1" presStyleIdx="0" presStyleCnt="3"/>
      <dgm:spPr/>
    </dgm:pt>
    <dgm:pt modelId="{A4D3478D-02D9-41D3-9B2F-B9E75BDE6162}" type="pres">
      <dgm:prSet presAssocID="{B0EFBE40-7785-468D-A7E1-1FFFFF2EAD9B}" presName="horz1" presStyleCnt="0"/>
      <dgm:spPr/>
    </dgm:pt>
    <dgm:pt modelId="{83171712-E717-40BA-9E41-64A1EA724A35}" type="pres">
      <dgm:prSet presAssocID="{B0EFBE40-7785-468D-A7E1-1FFFFF2EAD9B}" presName="tx1" presStyleLbl="revTx" presStyleIdx="0" presStyleCnt="3"/>
      <dgm:spPr/>
    </dgm:pt>
    <dgm:pt modelId="{4AE213B2-E9DC-4FE3-A9B2-2FB45F3EF53A}" type="pres">
      <dgm:prSet presAssocID="{B0EFBE40-7785-468D-A7E1-1FFFFF2EAD9B}" presName="vert1" presStyleCnt="0"/>
      <dgm:spPr/>
    </dgm:pt>
    <dgm:pt modelId="{843A64A8-FB47-489A-8316-C3CB5F0CF790}" type="pres">
      <dgm:prSet presAssocID="{8CAB2C29-B749-4474-BE51-EE32D70AF336}" presName="thickLine" presStyleLbl="alignNode1" presStyleIdx="1" presStyleCnt="3"/>
      <dgm:spPr/>
    </dgm:pt>
    <dgm:pt modelId="{6C0D26CD-2526-45DF-8803-7DADC617024E}" type="pres">
      <dgm:prSet presAssocID="{8CAB2C29-B749-4474-BE51-EE32D70AF336}" presName="horz1" presStyleCnt="0"/>
      <dgm:spPr/>
    </dgm:pt>
    <dgm:pt modelId="{831A35A5-2C14-4851-8E7C-161E550E27C6}" type="pres">
      <dgm:prSet presAssocID="{8CAB2C29-B749-4474-BE51-EE32D70AF336}" presName="tx1" presStyleLbl="revTx" presStyleIdx="1" presStyleCnt="3"/>
      <dgm:spPr/>
    </dgm:pt>
    <dgm:pt modelId="{4DBEDAF3-10EE-4899-80E8-71FA4B594D70}" type="pres">
      <dgm:prSet presAssocID="{8CAB2C29-B749-4474-BE51-EE32D70AF336}" presName="vert1" presStyleCnt="0"/>
      <dgm:spPr/>
    </dgm:pt>
    <dgm:pt modelId="{3AA82B20-494A-4B81-846D-0D0CA40E8388}" type="pres">
      <dgm:prSet presAssocID="{AFC3BBAE-1459-4AE7-BF99-CA2165F04EAB}" presName="thickLine" presStyleLbl="alignNode1" presStyleIdx="2" presStyleCnt="3"/>
      <dgm:spPr/>
    </dgm:pt>
    <dgm:pt modelId="{41CD39DD-3BE0-4392-8C24-C47759A3516C}" type="pres">
      <dgm:prSet presAssocID="{AFC3BBAE-1459-4AE7-BF99-CA2165F04EAB}" presName="horz1" presStyleCnt="0"/>
      <dgm:spPr/>
    </dgm:pt>
    <dgm:pt modelId="{717544D8-6400-4AC4-961F-F301750910FA}" type="pres">
      <dgm:prSet presAssocID="{AFC3BBAE-1459-4AE7-BF99-CA2165F04EAB}" presName="tx1" presStyleLbl="revTx" presStyleIdx="2" presStyleCnt="3"/>
      <dgm:spPr/>
    </dgm:pt>
    <dgm:pt modelId="{79F774BB-1E65-4C4F-93B8-501854448DA0}" type="pres">
      <dgm:prSet presAssocID="{AFC3BBAE-1459-4AE7-BF99-CA2165F04EAB}" presName="vert1" presStyleCnt="0"/>
      <dgm:spPr/>
    </dgm:pt>
  </dgm:ptLst>
  <dgm:cxnLst>
    <dgm:cxn modelId="{39241724-678D-46C0-85F9-1EB4F41FD0C6}" srcId="{4C3DD4B9-4783-462A-B6D0-09C6643BB6C3}" destId="{AFC3BBAE-1459-4AE7-BF99-CA2165F04EAB}" srcOrd="2" destOrd="0" parTransId="{06EE8CFB-A0B6-4655-8464-FF2D891A1202}" sibTransId="{6835B82E-F99E-4D34-A571-7A0C90A569D5}"/>
    <dgm:cxn modelId="{1CF40531-473C-43D0-82F1-5778B878C974}" type="presOf" srcId="{8CAB2C29-B749-4474-BE51-EE32D70AF336}" destId="{831A35A5-2C14-4851-8E7C-161E550E27C6}" srcOrd="0" destOrd="0" presId="urn:microsoft.com/office/officeart/2008/layout/LinedList"/>
    <dgm:cxn modelId="{B4B7454D-A530-434D-AFE2-8718472B01F9}" srcId="{4C3DD4B9-4783-462A-B6D0-09C6643BB6C3}" destId="{B0EFBE40-7785-468D-A7E1-1FFFFF2EAD9B}" srcOrd="0" destOrd="0" parTransId="{87B8860D-6A83-4F73-89DF-33034EDE471D}" sibTransId="{9D4FA4A4-08D0-453F-91CF-798AADF60A2F}"/>
    <dgm:cxn modelId="{C171FE72-F42F-469D-8276-897248DCB9ED}" srcId="{4C3DD4B9-4783-462A-B6D0-09C6643BB6C3}" destId="{8CAB2C29-B749-4474-BE51-EE32D70AF336}" srcOrd="1" destOrd="0" parTransId="{8844D5C2-7BA4-4855-A14B-B2E811689E1B}" sibTransId="{F7811148-FE90-443F-84A3-BE594D6DC695}"/>
    <dgm:cxn modelId="{44576057-03BE-4B99-8A4F-ED9D919D2E17}" type="presOf" srcId="{AFC3BBAE-1459-4AE7-BF99-CA2165F04EAB}" destId="{717544D8-6400-4AC4-961F-F301750910FA}" srcOrd="0" destOrd="0" presId="urn:microsoft.com/office/officeart/2008/layout/LinedList"/>
    <dgm:cxn modelId="{27741D87-4159-42B8-8DF3-F6746AB7656A}" type="presOf" srcId="{B0EFBE40-7785-468D-A7E1-1FFFFF2EAD9B}" destId="{83171712-E717-40BA-9E41-64A1EA724A35}" srcOrd="0" destOrd="0" presId="urn:microsoft.com/office/officeart/2008/layout/LinedList"/>
    <dgm:cxn modelId="{F6CF259A-DB25-4D92-AD3F-FB2D92BE7F72}" type="presOf" srcId="{4C3DD4B9-4783-462A-B6D0-09C6643BB6C3}" destId="{DAAE17BD-F914-413D-9E58-6FD1F5C1CD1D}" srcOrd="0" destOrd="0" presId="urn:microsoft.com/office/officeart/2008/layout/LinedList"/>
    <dgm:cxn modelId="{F0FF5ABA-3151-4EC9-9FE5-A4AEAC696CB7}" type="presParOf" srcId="{DAAE17BD-F914-413D-9E58-6FD1F5C1CD1D}" destId="{CE5A3A4A-A2B2-44EE-9AC1-FCF19A9B5233}" srcOrd="0" destOrd="0" presId="urn:microsoft.com/office/officeart/2008/layout/LinedList"/>
    <dgm:cxn modelId="{1AC1E73A-982D-41EB-B72E-A30CFF63E0FD}" type="presParOf" srcId="{DAAE17BD-F914-413D-9E58-6FD1F5C1CD1D}" destId="{A4D3478D-02D9-41D3-9B2F-B9E75BDE6162}" srcOrd="1" destOrd="0" presId="urn:microsoft.com/office/officeart/2008/layout/LinedList"/>
    <dgm:cxn modelId="{67276987-B473-4FFB-AA0C-AB3FDD6A0B99}" type="presParOf" srcId="{A4D3478D-02D9-41D3-9B2F-B9E75BDE6162}" destId="{83171712-E717-40BA-9E41-64A1EA724A35}" srcOrd="0" destOrd="0" presId="urn:microsoft.com/office/officeart/2008/layout/LinedList"/>
    <dgm:cxn modelId="{83CEB62B-227D-4636-A164-93491F144339}" type="presParOf" srcId="{A4D3478D-02D9-41D3-9B2F-B9E75BDE6162}" destId="{4AE213B2-E9DC-4FE3-A9B2-2FB45F3EF53A}" srcOrd="1" destOrd="0" presId="urn:microsoft.com/office/officeart/2008/layout/LinedList"/>
    <dgm:cxn modelId="{4E51B3F4-DE03-4011-9BDE-5BB741DC3142}" type="presParOf" srcId="{DAAE17BD-F914-413D-9E58-6FD1F5C1CD1D}" destId="{843A64A8-FB47-489A-8316-C3CB5F0CF790}" srcOrd="2" destOrd="0" presId="urn:microsoft.com/office/officeart/2008/layout/LinedList"/>
    <dgm:cxn modelId="{2EE83DEE-00FF-41AD-B401-00919188B1F4}" type="presParOf" srcId="{DAAE17BD-F914-413D-9E58-6FD1F5C1CD1D}" destId="{6C0D26CD-2526-45DF-8803-7DADC617024E}" srcOrd="3" destOrd="0" presId="urn:microsoft.com/office/officeart/2008/layout/LinedList"/>
    <dgm:cxn modelId="{D887359F-4BA8-48BE-8972-4B0928912C55}" type="presParOf" srcId="{6C0D26CD-2526-45DF-8803-7DADC617024E}" destId="{831A35A5-2C14-4851-8E7C-161E550E27C6}" srcOrd="0" destOrd="0" presId="urn:microsoft.com/office/officeart/2008/layout/LinedList"/>
    <dgm:cxn modelId="{4236233B-8A3C-4BBE-A34B-2CF06D494C8D}" type="presParOf" srcId="{6C0D26CD-2526-45DF-8803-7DADC617024E}" destId="{4DBEDAF3-10EE-4899-80E8-71FA4B594D70}" srcOrd="1" destOrd="0" presId="urn:microsoft.com/office/officeart/2008/layout/LinedList"/>
    <dgm:cxn modelId="{52A4265C-8BB9-42BE-828C-411FA19F87D7}" type="presParOf" srcId="{DAAE17BD-F914-413D-9E58-6FD1F5C1CD1D}" destId="{3AA82B20-494A-4B81-846D-0D0CA40E8388}" srcOrd="4" destOrd="0" presId="urn:microsoft.com/office/officeart/2008/layout/LinedList"/>
    <dgm:cxn modelId="{BCAC3CCC-DA47-4A20-8F8D-9D90F8972CE2}" type="presParOf" srcId="{DAAE17BD-F914-413D-9E58-6FD1F5C1CD1D}" destId="{41CD39DD-3BE0-4392-8C24-C47759A3516C}" srcOrd="5" destOrd="0" presId="urn:microsoft.com/office/officeart/2008/layout/LinedList"/>
    <dgm:cxn modelId="{0506CBBE-EBD2-4E22-BB79-2F5BB2C8EF1F}" type="presParOf" srcId="{41CD39DD-3BE0-4392-8C24-C47759A3516C}" destId="{717544D8-6400-4AC4-961F-F301750910FA}" srcOrd="0" destOrd="0" presId="urn:microsoft.com/office/officeart/2008/layout/LinedList"/>
    <dgm:cxn modelId="{57F02F08-C0F6-4E3E-8EEB-831472F8614A}" type="presParOf" srcId="{41CD39DD-3BE0-4392-8C24-C47759A3516C}" destId="{79F774BB-1E65-4C4F-93B8-501854448DA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DB4302B-0ECD-473B-9698-F6BFCBF420E1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BDC69EF-6F3B-4381-8CB1-15E9ECDF188F}">
      <dgm:prSet/>
      <dgm:spPr/>
      <dgm:t>
        <a:bodyPr/>
        <a:lstStyle/>
        <a:p>
          <a:r>
            <a:rPr lang="en-US" dirty="0"/>
            <a:t>- </a:t>
          </a:r>
          <a:r>
            <a:rPr lang="en-US" dirty="0" err="1"/>
            <a:t>Cùng</a:t>
          </a:r>
          <a:r>
            <a:rPr lang="en-US" dirty="0"/>
            <a:t> </a:t>
          </a:r>
          <a:r>
            <a:rPr lang="en-US" dirty="0" err="1"/>
            <a:t>cấp</a:t>
          </a:r>
          <a:r>
            <a:rPr lang="en-US" dirty="0"/>
            <a:t> </a:t>
          </a:r>
          <a:r>
            <a:rPr lang="en-US" dirty="0" err="1"/>
            <a:t>dùng</a:t>
          </a:r>
          <a:r>
            <a:rPr lang="en-US" dirty="0"/>
            <a:t> </a:t>
          </a:r>
          <a:r>
            <a:rPr lang="en-US" dirty="0" err="1"/>
            <a:t>cùng</a:t>
          </a:r>
          <a:r>
            <a:rPr lang="en-US" dirty="0"/>
            <a:t> font</a:t>
          </a:r>
        </a:p>
      </dgm:t>
    </dgm:pt>
    <dgm:pt modelId="{7ED494B5-870B-423B-8C6C-F5A1F7A6ED77}" type="parTrans" cxnId="{DC64B8BE-05F9-48D6-8DAE-B7F1D895080B}">
      <dgm:prSet/>
      <dgm:spPr/>
      <dgm:t>
        <a:bodyPr/>
        <a:lstStyle/>
        <a:p>
          <a:endParaRPr lang="en-US"/>
        </a:p>
      </dgm:t>
    </dgm:pt>
    <dgm:pt modelId="{B24C9B36-471C-4194-A854-77A95CACCB30}" type="sibTrans" cxnId="{DC64B8BE-05F9-48D6-8DAE-B7F1D895080B}">
      <dgm:prSet/>
      <dgm:spPr/>
      <dgm:t>
        <a:bodyPr/>
        <a:lstStyle/>
        <a:p>
          <a:endParaRPr lang="en-US"/>
        </a:p>
      </dgm:t>
    </dgm:pt>
    <dgm:pt modelId="{9B8FEF3F-80E1-41DA-BE07-B4B28DEA98AB}">
      <dgm:prSet/>
      <dgm:spPr/>
      <dgm:t>
        <a:bodyPr/>
        <a:lstStyle/>
        <a:p>
          <a:r>
            <a:rPr lang="en-US" dirty="0"/>
            <a:t>- </a:t>
          </a:r>
          <a:r>
            <a:rPr lang="en-US" dirty="0" err="1"/>
            <a:t>Không</a:t>
          </a:r>
          <a:r>
            <a:rPr lang="en-US" dirty="0"/>
            <a:t> </a:t>
          </a:r>
          <a:r>
            <a:rPr lang="en-US" dirty="0" err="1"/>
            <a:t>quá</a:t>
          </a:r>
          <a:r>
            <a:rPr lang="en-US" dirty="0"/>
            <a:t> 2 font </a:t>
          </a:r>
          <a:r>
            <a:rPr lang="en-US" dirty="0" err="1"/>
            <a:t>trong</a:t>
          </a:r>
          <a:r>
            <a:rPr lang="en-US" dirty="0"/>
            <a:t> </a:t>
          </a:r>
          <a:r>
            <a:rPr lang="en-US" dirty="0" err="1"/>
            <a:t>trang</a:t>
          </a:r>
          <a:r>
            <a:rPr lang="en-US" dirty="0"/>
            <a:t> </a:t>
          </a:r>
          <a:r>
            <a:rPr lang="en-US" dirty="0" err="1"/>
            <a:t>chiếu</a:t>
          </a:r>
          <a:endParaRPr lang="en-US" dirty="0"/>
        </a:p>
      </dgm:t>
    </dgm:pt>
    <dgm:pt modelId="{05F86040-7E33-4D24-9F92-82619B96E574}" type="parTrans" cxnId="{CE895726-1243-44A2-BB6D-8C03E11FD124}">
      <dgm:prSet/>
      <dgm:spPr/>
      <dgm:t>
        <a:bodyPr/>
        <a:lstStyle/>
        <a:p>
          <a:endParaRPr lang="en-US"/>
        </a:p>
      </dgm:t>
    </dgm:pt>
    <dgm:pt modelId="{5FAD1C8E-0F9C-40D9-82C5-DBEF306DDB3E}" type="sibTrans" cxnId="{CE895726-1243-44A2-BB6D-8C03E11FD124}">
      <dgm:prSet/>
      <dgm:spPr/>
      <dgm:t>
        <a:bodyPr/>
        <a:lstStyle/>
        <a:p>
          <a:endParaRPr lang="en-US"/>
        </a:p>
      </dgm:t>
    </dgm:pt>
    <dgm:pt modelId="{35D35749-5D1F-47D5-8903-8128094A4F24}" type="pres">
      <dgm:prSet presAssocID="{0DB4302B-0ECD-473B-9698-F6BFCBF420E1}" presName="vert0" presStyleCnt="0">
        <dgm:presLayoutVars>
          <dgm:dir/>
          <dgm:animOne val="branch"/>
          <dgm:animLvl val="lvl"/>
        </dgm:presLayoutVars>
      </dgm:prSet>
      <dgm:spPr/>
    </dgm:pt>
    <dgm:pt modelId="{8DB0CC4D-1E91-4A60-99B4-143E3D0F13EF}" type="pres">
      <dgm:prSet presAssocID="{7BDC69EF-6F3B-4381-8CB1-15E9ECDF188F}" presName="thickLine" presStyleLbl="alignNode1" presStyleIdx="0" presStyleCnt="2"/>
      <dgm:spPr/>
    </dgm:pt>
    <dgm:pt modelId="{DF5FEADE-6550-4BF4-8BA7-69B1EDCB4503}" type="pres">
      <dgm:prSet presAssocID="{7BDC69EF-6F3B-4381-8CB1-15E9ECDF188F}" presName="horz1" presStyleCnt="0"/>
      <dgm:spPr/>
    </dgm:pt>
    <dgm:pt modelId="{927DB0F4-D855-4D4E-9EF6-44E71A0EE86A}" type="pres">
      <dgm:prSet presAssocID="{7BDC69EF-6F3B-4381-8CB1-15E9ECDF188F}" presName="tx1" presStyleLbl="revTx" presStyleIdx="0" presStyleCnt="2"/>
      <dgm:spPr/>
    </dgm:pt>
    <dgm:pt modelId="{4FA31A71-514D-43B8-8F77-882426B51921}" type="pres">
      <dgm:prSet presAssocID="{7BDC69EF-6F3B-4381-8CB1-15E9ECDF188F}" presName="vert1" presStyleCnt="0"/>
      <dgm:spPr/>
    </dgm:pt>
    <dgm:pt modelId="{B46DE4BC-A1F4-49F7-94E1-7FE31649AEE8}" type="pres">
      <dgm:prSet presAssocID="{9B8FEF3F-80E1-41DA-BE07-B4B28DEA98AB}" presName="thickLine" presStyleLbl="alignNode1" presStyleIdx="1" presStyleCnt="2"/>
      <dgm:spPr/>
    </dgm:pt>
    <dgm:pt modelId="{21367736-EDA1-464D-B8D3-A5B60849EC33}" type="pres">
      <dgm:prSet presAssocID="{9B8FEF3F-80E1-41DA-BE07-B4B28DEA98AB}" presName="horz1" presStyleCnt="0"/>
      <dgm:spPr/>
    </dgm:pt>
    <dgm:pt modelId="{EB99979D-0C27-4AB3-B720-5D1919C710B1}" type="pres">
      <dgm:prSet presAssocID="{9B8FEF3F-80E1-41DA-BE07-B4B28DEA98AB}" presName="tx1" presStyleLbl="revTx" presStyleIdx="1" presStyleCnt="2"/>
      <dgm:spPr/>
    </dgm:pt>
    <dgm:pt modelId="{8B5CEB3B-4D8A-4595-BDFC-61AA96D82A36}" type="pres">
      <dgm:prSet presAssocID="{9B8FEF3F-80E1-41DA-BE07-B4B28DEA98AB}" presName="vert1" presStyleCnt="0"/>
      <dgm:spPr/>
    </dgm:pt>
  </dgm:ptLst>
  <dgm:cxnLst>
    <dgm:cxn modelId="{2F68B407-8BA1-4F49-8519-3B61DFB0344A}" type="presOf" srcId="{9B8FEF3F-80E1-41DA-BE07-B4B28DEA98AB}" destId="{EB99979D-0C27-4AB3-B720-5D1919C710B1}" srcOrd="0" destOrd="0" presId="urn:microsoft.com/office/officeart/2008/layout/LinedList"/>
    <dgm:cxn modelId="{CE895726-1243-44A2-BB6D-8C03E11FD124}" srcId="{0DB4302B-0ECD-473B-9698-F6BFCBF420E1}" destId="{9B8FEF3F-80E1-41DA-BE07-B4B28DEA98AB}" srcOrd="1" destOrd="0" parTransId="{05F86040-7E33-4D24-9F92-82619B96E574}" sibTransId="{5FAD1C8E-0F9C-40D9-82C5-DBEF306DDB3E}"/>
    <dgm:cxn modelId="{DC64B8BE-05F9-48D6-8DAE-B7F1D895080B}" srcId="{0DB4302B-0ECD-473B-9698-F6BFCBF420E1}" destId="{7BDC69EF-6F3B-4381-8CB1-15E9ECDF188F}" srcOrd="0" destOrd="0" parTransId="{7ED494B5-870B-423B-8C6C-F5A1F7A6ED77}" sibTransId="{B24C9B36-471C-4194-A854-77A95CACCB30}"/>
    <dgm:cxn modelId="{0276FBDE-CBB7-464A-81C6-77577D33A412}" type="presOf" srcId="{7BDC69EF-6F3B-4381-8CB1-15E9ECDF188F}" destId="{927DB0F4-D855-4D4E-9EF6-44E71A0EE86A}" srcOrd="0" destOrd="0" presId="urn:microsoft.com/office/officeart/2008/layout/LinedList"/>
    <dgm:cxn modelId="{F052E2F3-F1AB-4AB2-A3DB-D5D977A8A6CD}" type="presOf" srcId="{0DB4302B-0ECD-473B-9698-F6BFCBF420E1}" destId="{35D35749-5D1F-47D5-8903-8128094A4F24}" srcOrd="0" destOrd="0" presId="urn:microsoft.com/office/officeart/2008/layout/LinedList"/>
    <dgm:cxn modelId="{334887FD-8AFF-47F7-80E1-B9DE7B1FBB5E}" type="presParOf" srcId="{35D35749-5D1F-47D5-8903-8128094A4F24}" destId="{8DB0CC4D-1E91-4A60-99B4-143E3D0F13EF}" srcOrd="0" destOrd="0" presId="urn:microsoft.com/office/officeart/2008/layout/LinedList"/>
    <dgm:cxn modelId="{BD1BFAFB-3C48-43B0-8EBF-4815435EC829}" type="presParOf" srcId="{35D35749-5D1F-47D5-8903-8128094A4F24}" destId="{DF5FEADE-6550-4BF4-8BA7-69B1EDCB4503}" srcOrd="1" destOrd="0" presId="urn:microsoft.com/office/officeart/2008/layout/LinedList"/>
    <dgm:cxn modelId="{9F9B9DA7-CE43-4EE1-A105-C7E040B834C4}" type="presParOf" srcId="{DF5FEADE-6550-4BF4-8BA7-69B1EDCB4503}" destId="{927DB0F4-D855-4D4E-9EF6-44E71A0EE86A}" srcOrd="0" destOrd="0" presId="urn:microsoft.com/office/officeart/2008/layout/LinedList"/>
    <dgm:cxn modelId="{D0E58F82-5D30-4FF2-9A73-548390B94F67}" type="presParOf" srcId="{DF5FEADE-6550-4BF4-8BA7-69B1EDCB4503}" destId="{4FA31A71-514D-43B8-8F77-882426B51921}" srcOrd="1" destOrd="0" presId="urn:microsoft.com/office/officeart/2008/layout/LinedList"/>
    <dgm:cxn modelId="{7BFCB899-8CCD-44D1-A524-C07AA689CC5A}" type="presParOf" srcId="{35D35749-5D1F-47D5-8903-8128094A4F24}" destId="{B46DE4BC-A1F4-49F7-94E1-7FE31649AEE8}" srcOrd="2" destOrd="0" presId="urn:microsoft.com/office/officeart/2008/layout/LinedList"/>
    <dgm:cxn modelId="{849EA370-6011-44BE-B2CD-D04475DD167C}" type="presParOf" srcId="{35D35749-5D1F-47D5-8903-8128094A4F24}" destId="{21367736-EDA1-464D-B8D3-A5B60849EC33}" srcOrd="3" destOrd="0" presId="urn:microsoft.com/office/officeart/2008/layout/LinedList"/>
    <dgm:cxn modelId="{B399341A-AA10-4391-BCEA-56B5EAFC84A2}" type="presParOf" srcId="{21367736-EDA1-464D-B8D3-A5B60849EC33}" destId="{EB99979D-0C27-4AB3-B720-5D1919C710B1}" srcOrd="0" destOrd="0" presId="urn:microsoft.com/office/officeart/2008/layout/LinedList"/>
    <dgm:cxn modelId="{9EE0416C-40FF-4D70-9D94-2D7A0774D27B}" type="presParOf" srcId="{21367736-EDA1-464D-B8D3-A5B60849EC33}" destId="{8B5CEB3B-4D8A-4595-BDFC-61AA96D82A3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D31113F-D4D7-4792-ABB9-E6BF34254C1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218BFB9B-62A3-418D-AF80-58AD053C3EE3}">
      <dgm:prSet/>
      <dgm:spPr/>
      <dgm:t>
        <a:bodyPr/>
        <a:lstStyle/>
        <a:p>
          <a:r>
            <a:rPr lang="en-US" dirty="0"/>
            <a:t>- </a:t>
          </a:r>
          <a:r>
            <a:rPr lang="en-US" dirty="0" err="1"/>
            <a:t>Nội</a:t>
          </a:r>
          <a:r>
            <a:rPr lang="en-US" dirty="0"/>
            <a:t> dung ≥ 20pt</a:t>
          </a:r>
        </a:p>
      </dgm:t>
    </dgm:pt>
    <dgm:pt modelId="{38FC48F6-8C06-4764-9EF8-7D7EBBA4784F}" type="parTrans" cxnId="{E18622D3-2A84-4BA8-A0BA-A3122C3B9124}">
      <dgm:prSet/>
      <dgm:spPr/>
      <dgm:t>
        <a:bodyPr/>
        <a:lstStyle/>
        <a:p>
          <a:endParaRPr lang="en-US"/>
        </a:p>
      </dgm:t>
    </dgm:pt>
    <dgm:pt modelId="{7C4B44A9-6B13-43DE-8F66-583963B54CE8}" type="sibTrans" cxnId="{E18622D3-2A84-4BA8-A0BA-A3122C3B9124}">
      <dgm:prSet/>
      <dgm:spPr/>
      <dgm:t>
        <a:bodyPr/>
        <a:lstStyle/>
        <a:p>
          <a:endParaRPr lang="en-US"/>
        </a:p>
      </dgm:t>
    </dgm:pt>
    <dgm:pt modelId="{83210221-31EC-4CF8-A06E-05EFCFFA8842}">
      <dgm:prSet/>
      <dgm:spPr/>
      <dgm:t>
        <a:bodyPr/>
        <a:lstStyle/>
        <a:p>
          <a:r>
            <a:rPr lang="en-US" dirty="0"/>
            <a:t>- </a:t>
          </a:r>
          <a:r>
            <a:rPr lang="en-US" dirty="0" err="1"/>
            <a:t>Tiêu</a:t>
          </a:r>
          <a:r>
            <a:rPr lang="en-US" dirty="0"/>
            <a:t> </a:t>
          </a:r>
          <a:r>
            <a:rPr lang="en-US" dirty="0" err="1"/>
            <a:t>đề</a:t>
          </a:r>
          <a:r>
            <a:rPr lang="en-US" dirty="0"/>
            <a:t> </a:t>
          </a:r>
          <a:r>
            <a:rPr lang="en-US" dirty="0" err="1"/>
            <a:t>chữ</a:t>
          </a:r>
          <a:r>
            <a:rPr lang="en-US" dirty="0"/>
            <a:t> </a:t>
          </a:r>
          <a:r>
            <a:rPr lang="en-US" dirty="0" err="1"/>
            <a:t>lớn</a:t>
          </a:r>
          <a:endParaRPr lang="en-US" dirty="0"/>
        </a:p>
      </dgm:t>
    </dgm:pt>
    <dgm:pt modelId="{3BF25A7F-73F1-45A6-98F7-28FEAFBF62D4}" type="parTrans" cxnId="{F49EF172-0F20-4940-AE85-3F5A02F4F219}">
      <dgm:prSet/>
      <dgm:spPr/>
      <dgm:t>
        <a:bodyPr/>
        <a:lstStyle/>
        <a:p>
          <a:endParaRPr lang="en-US"/>
        </a:p>
      </dgm:t>
    </dgm:pt>
    <dgm:pt modelId="{BE9E25C8-F387-4D3E-88FB-E4841B285DC6}" type="sibTrans" cxnId="{F49EF172-0F20-4940-AE85-3F5A02F4F219}">
      <dgm:prSet/>
      <dgm:spPr/>
      <dgm:t>
        <a:bodyPr/>
        <a:lstStyle/>
        <a:p>
          <a:endParaRPr lang="en-US"/>
        </a:p>
      </dgm:t>
    </dgm:pt>
    <dgm:pt modelId="{6B3D4123-75F3-4B37-9E7C-6BEFF443F00F}" type="pres">
      <dgm:prSet presAssocID="{9D31113F-D4D7-4792-ABB9-E6BF34254C12}" presName="root" presStyleCnt="0">
        <dgm:presLayoutVars>
          <dgm:dir/>
          <dgm:resizeHandles val="exact"/>
        </dgm:presLayoutVars>
      </dgm:prSet>
      <dgm:spPr/>
    </dgm:pt>
    <dgm:pt modelId="{BA30457C-C784-4816-B7FD-691E13D0A910}" type="pres">
      <dgm:prSet presAssocID="{218BFB9B-62A3-418D-AF80-58AD053C3EE3}" presName="compNode" presStyleCnt="0"/>
      <dgm:spPr/>
    </dgm:pt>
    <dgm:pt modelId="{E36B45B7-EA28-4557-8D19-60139918AAC9}" type="pres">
      <dgm:prSet presAssocID="{218BFB9B-62A3-418D-AF80-58AD053C3EE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eep"/>
        </a:ext>
      </dgm:extLst>
    </dgm:pt>
    <dgm:pt modelId="{F7270C18-AA45-4278-8E8E-CC7C71A31A59}" type="pres">
      <dgm:prSet presAssocID="{218BFB9B-62A3-418D-AF80-58AD053C3EE3}" presName="spaceRect" presStyleCnt="0"/>
      <dgm:spPr/>
    </dgm:pt>
    <dgm:pt modelId="{6EF696B2-FF7E-4FFE-8BDE-CD122DCE7B81}" type="pres">
      <dgm:prSet presAssocID="{218BFB9B-62A3-418D-AF80-58AD053C3EE3}" presName="textRect" presStyleLbl="revTx" presStyleIdx="0" presStyleCnt="2">
        <dgm:presLayoutVars>
          <dgm:chMax val="1"/>
          <dgm:chPref val="1"/>
        </dgm:presLayoutVars>
      </dgm:prSet>
      <dgm:spPr/>
    </dgm:pt>
    <dgm:pt modelId="{E16174B5-CF44-4630-BA00-C215D6FA5D3B}" type="pres">
      <dgm:prSet presAssocID="{7C4B44A9-6B13-43DE-8F66-583963B54CE8}" presName="sibTrans" presStyleCnt="0"/>
      <dgm:spPr/>
    </dgm:pt>
    <dgm:pt modelId="{3AE4EA91-40C3-47BE-929C-FFAE97E8A9A1}" type="pres">
      <dgm:prSet presAssocID="{83210221-31EC-4CF8-A06E-05EFCFFA8842}" presName="compNode" presStyleCnt="0"/>
      <dgm:spPr/>
    </dgm:pt>
    <dgm:pt modelId="{9A5B92CF-DE78-4253-B140-BC3AA8851DEB}" type="pres">
      <dgm:prSet presAssocID="{83210221-31EC-4CF8-A06E-05EFCFFA884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e"/>
        </a:ext>
      </dgm:extLst>
    </dgm:pt>
    <dgm:pt modelId="{CB4334D5-ED9E-49EC-BD71-E28FB775AFE7}" type="pres">
      <dgm:prSet presAssocID="{83210221-31EC-4CF8-A06E-05EFCFFA8842}" presName="spaceRect" presStyleCnt="0"/>
      <dgm:spPr/>
    </dgm:pt>
    <dgm:pt modelId="{1F294AF9-3099-4B9C-8845-60B051030F83}" type="pres">
      <dgm:prSet presAssocID="{83210221-31EC-4CF8-A06E-05EFCFFA884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8308CD0E-DA8A-475C-92DD-B3B756E5B5F6}" type="presOf" srcId="{218BFB9B-62A3-418D-AF80-58AD053C3EE3}" destId="{6EF696B2-FF7E-4FFE-8BDE-CD122DCE7B81}" srcOrd="0" destOrd="0" presId="urn:microsoft.com/office/officeart/2018/2/layout/IconLabelList"/>
    <dgm:cxn modelId="{F49EF172-0F20-4940-AE85-3F5A02F4F219}" srcId="{9D31113F-D4D7-4792-ABB9-E6BF34254C12}" destId="{83210221-31EC-4CF8-A06E-05EFCFFA8842}" srcOrd="1" destOrd="0" parTransId="{3BF25A7F-73F1-45A6-98F7-28FEAFBF62D4}" sibTransId="{BE9E25C8-F387-4D3E-88FB-E4841B285DC6}"/>
    <dgm:cxn modelId="{D94B7298-96B0-464F-A9B3-29EB1EB9EA88}" type="presOf" srcId="{9D31113F-D4D7-4792-ABB9-E6BF34254C12}" destId="{6B3D4123-75F3-4B37-9E7C-6BEFF443F00F}" srcOrd="0" destOrd="0" presId="urn:microsoft.com/office/officeart/2018/2/layout/IconLabelList"/>
    <dgm:cxn modelId="{0F8C5CD1-7C3D-4FDE-8FE7-BA2D016E736F}" type="presOf" srcId="{83210221-31EC-4CF8-A06E-05EFCFFA8842}" destId="{1F294AF9-3099-4B9C-8845-60B051030F83}" srcOrd="0" destOrd="0" presId="urn:microsoft.com/office/officeart/2018/2/layout/IconLabelList"/>
    <dgm:cxn modelId="{E18622D3-2A84-4BA8-A0BA-A3122C3B9124}" srcId="{9D31113F-D4D7-4792-ABB9-E6BF34254C12}" destId="{218BFB9B-62A3-418D-AF80-58AD053C3EE3}" srcOrd="0" destOrd="0" parTransId="{38FC48F6-8C06-4764-9EF8-7D7EBBA4784F}" sibTransId="{7C4B44A9-6B13-43DE-8F66-583963B54CE8}"/>
    <dgm:cxn modelId="{7A97B5A4-5B0A-4944-A711-877073C0B753}" type="presParOf" srcId="{6B3D4123-75F3-4B37-9E7C-6BEFF443F00F}" destId="{BA30457C-C784-4816-B7FD-691E13D0A910}" srcOrd="0" destOrd="0" presId="urn:microsoft.com/office/officeart/2018/2/layout/IconLabelList"/>
    <dgm:cxn modelId="{EFC91635-C9ED-451A-9861-8BAB04701833}" type="presParOf" srcId="{BA30457C-C784-4816-B7FD-691E13D0A910}" destId="{E36B45B7-EA28-4557-8D19-60139918AAC9}" srcOrd="0" destOrd="0" presId="urn:microsoft.com/office/officeart/2018/2/layout/IconLabelList"/>
    <dgm:cxn modelId="{8BDD3525-6D93-420E-BACC-E58F3B96433C}" type="presParOf" srcId="{BA30457C-C784-4816-B7FD-691E13D0A910}" destId="{F7270C18-AA45-4278-8E8E-CC7C71A31A59}" srcOrd="1" destOrd="0" presId="urn:microsoft.com/office/officeart/2018/2/layout/IconLabelList"/>
    <dgm:cxn modelId="{A9BA6F13-774A-41D9-B9FD-B665713BE5C2}" type="presParOf" srcId="{BA30457C-C784-4816-B7FD-691E13D0A910}" destId="{6EF696B2-FF7E-4FFE-8BDE-CD122DCE7B81}" srcOrd="2" destOrd="0" presId="urn:microsoft.com/office/officeart/2018/2/layout/IconLabelList"/>
    <dgm:cxn modelId="{79AA3F78-D112-4056-8DD5-78003A6EE131}" type="presParOf" srcId="{6B3D4123-75F3-4B37-9E7C-6BEFF443F00F}" destId="{E16174B5-CF44-4630-BA00-C215D6FA5D3B}" srcOrd="1" destOrd="0" presId="urn:microsoft.com/office/officeart/2018/2/layout/IconLabelList"/>
    <dgm:cxn modelId="{A4D8D4E4-DF9A-489B-8523-478A6514C3E8}" type="presParOf" srcId="{6B3D4123-75F3-4B37-9E7C-6BEFF443F00F}" destId="{3AE4EA91-40C3-47BE-929C-FFAE97E8A9A1}" srcOrd="2" destOrd="0" presId="urn:microsoft.com/office/officeart/2018/2/layout/IconLabelList"/>
    <dgm:cxn modelId="{9F9C2318-F92D-4B16-9E64-2A80F4CDB303}" type="presParOf" srcId="{3AE4EA91-40C3-47BE-929C-FFAE97E8A9A1}" destId="{9A5B92CF-DE78-4253-B140-BC3AA8851DEB}" srcOrd="0" destOrd="0" presId="urn:microsoft.com/office/officeart/2018/2/layout/IconLabelList"/>
    <dgm:cxn modelId="{FB3CEEC2-46B4-4961-8C6C-028DBB37DDEC}" type="presParOf" srcId="{3AE4EA91-40C3-47BE-929C-FFAE97E8A9A1}" destId="{CB4334D5-ED9E-49EC-BD71-E28FB775AFE7}" srcOrd="1" destOrd="0" presId="urn:microsoft.com/office/officeart/2018/2/layout/IconLabelList"/>
    <dgm:cxn modelId="{996B3D17-BCE0-40BA-A7C5-5B6EA69C3417}" type="presParOf" srcId="{3AE4EA91-40C3-47BE-929C-FFAE97E8A9A1}" destId="{1F294AF9-3099-4B9C-8845-60B051030F8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B56CC4-9234-48D4-ADD3-2D3B6DCF72A8}">
      <dsp:nvSpPr>
        <dsp:cNvPr id="0" name=""/>
        <dsp:cNvSpPr/>
      </dsp:nvSpPr>
      <dsp:spPr>
        <a:xfrm>
          <a:off x="0" y="75717"/>
          <a:ext cx="4718785" cy="17105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- Sử dụng cỡ chữ, màu sắc hợp lí</a:t>
          </a:r>
        </a:p>
      </dsp:txBody>
      <dsp:txXfrm>
        <a:off x="83502" y="159219"/>
        <a:ext cx="4551781" cy="1543536"/>
      </dsp:txXfrm>
    </dsp:sp>
    <dsp:sp modelId="{4436C476-15EE-4624-8A37-3090492D4230}">
      <dsp:nvSpPr>
        <dsp:cNvPr id="0" name=""/>
        <dsp:cNvSpPr/>
      </dsp:nvSpPr>
      <dsp:spPr>
        <a:xfrm>
          <a:off x="0" y="1910097"/>
          <a:ext cx="4718785" cy="171054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- </a:t>
          </a:r>
          <a:r>
            <a:rPr lang="en-US" sz="4300" kern="1200" dirty="0" err="1"/>
            <a:t>Tạo</a:t>
          </a:r>
          <a:r>
            <a:rPr lang="en-US" sz="4300" kern="1200" dirty="0"/>
            <a:t> </a:t>
          </a:r>
          <a:r>
            <a:rPr lang="en-US" sz="4300" kern="1200" dirty="0" err="1"/>
            <a:t>liên</a:t>
          </a:r>
          <a:r>
            <a:rPr lang="en-US" sz="4300" kern="1200" dirty="0"/>
            <a:t> </a:t>
          </a:r>
          <a:r>
            <a:rPr lang="en-US" sz="4300" kern="1200" dirty="0" err="1"/>
            <a:t>kết</a:t>
          </a:r>
          <a:r>
            <a:rPr lang="en-US" sz="4300" kern="1200" dirty="0"/>
            <a:t>, </a:t>
          </a:r>
          <a:r>
            <a:rPr lang="en-US" sz="4300" kern="1200" dirty="0" err="1"/>
            <a:t>chân</a:t>
          </a:r>
          <a:r>
            <a:rPr lang="en-US" sz="4300" kern="1200" dirty="0"/>
            <a:t> </a:t>
          </a:r>
          <a:r>
            <a:rPr lang="en-US" sz="4300" kern="1200" dirty="0" err="1"/>
            <a:t>trang</a:t>
          </a:r>
          <a:r>
            <a:rPr lang="en-US" sz="4300" kern="1200" dirty="0"/>
            <a:t>, </a:t>
          </a:r>
          <a:r>
            <a:rPr lang="en-US" sz="4300" kern="1200" dirty="0" err="1"/>
            <a:t>số</a:t>
          </a:r>
          <a:r>
            <a:rPr lang="en-US" sz="4300" kern="1200" dirty="0"/>
            <a:t> </a:t>
          </a:r>
          <a:r>
            <a:rPr lang="en-US" sz="4300" kern="1200" dirty="0" err="1"/>
            <a:t>trang</a:t>
          </a:r>
          <a:endParaRPr lang="en-US" sz="4300" kern="1200" dirty="0"/>
        </a:p>
      </dsp:txBody>
      <dsp:txXfrm>
        <a:off x="83502" y="1993599"/>
        <a:ext cx="4551781" cy="1543536"/>
      </dsp:txXfrm>
    </dsp:sp>
    <dsp:sp modelId="{2D901381-88F9-4B90-9187-4744DC3AFEEB}">
      <dsp:nvSpPr>
        <dsp:cNvPr id="0" name=""/>
        <dsp:cNvSpPr/>
      </dsp:nvSpPr>
      <dsp:spPr>
        <a:xfrm>
          <a:off x="0" y="3744477"/>
          <a:ext cx="4718785" cy="171054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- </a:t>
          </a:r>
          <a:r>
            <a:rPr lang="en-US" sz="4300" kern="1200" dirty="0" err="1"/>
            <a:t>Nhận</a:t>
          </a:r>
          <a:r>
            <a:rPr lang="en-US" sz="4300" kern="1200" dirty="0"/>
            <a:t> </a:t>
          </a:r>
          <a:r>
            <a:rPr lang="en-US" sz="4300" kern="1200" dirty="0" err="1"/>
            <a:t>biết</a:t>
          </a:r>
          <a:r>
            <a:rPr lang="en-US" sz="4300" kern="1200" dirty="0"/>
            <a:t> slide </a:t>
          </a:r>
          <a:r>
            <a:rPr lang="en-US" sz="4300" kern="1200" dirty="0" err="1"/>
            <a:t>đúng</a:t>
          </a:r>
          <a:r>
            <a:rPr lang="en-US" sz="4300" kern="1200" dirty="0"/>
            <a:t> – </a:t>
          </a:r>
          <a:r>
            <a:rPr lang="en-US" sz="4300" kern="1200" dirty="0" err="1"/>
            <a:t>sai</a:t>
          </a:r>
          <a:endParaRPr lang="en-US" sz="4300" kern="1200" dirty="0"/>
        </a:p>
      </dsp:txBody>
      <dsp:txXfrm>
        <a:off x="83502" y="3827979"/>
        <a:ext cx="4551781" cy="15435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5A3A4A-A2B2-44EE-9AC1-FCF19A9B5233}">
      <dsp:nvSpPr>
        <dsp:cNvPr id="0" name=""/>
        <dsp:cNvSpPr/>
      </dsp:nvSpPr>
      <dsp:spPr>
        <a:xfrm>
          <a:off x="0" y="2700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171712-E717-40BA-9E41-64A1EA724A35}">
      <dsp:nvSpPr>
        <dsp:cNvPr id="0" name=""/>
        <dsp:cNvSpPr/>
      </dsp:nvSpPr>
      <dsp:spPr>
        <a:xfrm>
          <a:off x="0" y="2700"/>
          <a:ext cx="4718785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- Dễ đọc</a:t>
          </a:r>
        </a:p>
      </dsp:txBody>
      <dsp:txXfrm>
        <a:off x="0" y="2700"/>
        <a:ext cx="4718785" cy="1841777"/>
      </dsp:txXfrm>
    </dsp:sp>
    <dsp:sp modelId="{843A64A8-FB47-489A-8316-C3CB5F0CF790}">
      <dsp:nvSpPr>
        <dsp:cNvPr id="0" name=""/>
        <dsp:cNvSpPr/>
      </dsp:nvSpPr>
      <dsp:spPr>
        <a:xfrm>
          <a:off x="0" y="1844478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1A35A5-2C14-4851-8E7C-161E550E27C6}">
      <dsp:nvSpPr>
        <dsp:cNvPr id="0" name=""/>
        <dsp:cNvSpPr/>
      </dsp:nvSpPr>
      <dsp:spPr>
        <a:xfrm>
          <a:off x="0" y="1844478"/>
          <a:ext cx="4718785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- Ít chữ</a:t>
          </a:r>
        </a:p>
      </dsp:txBody>
      <dsp:txXfrm>
        <a:off x="0" y="1844478"/>
        <a:ext cx="4718785" cy="1841777"/>
      </dsp:txXfrm>
    </dsp:sp>
    <dsp:sp modelId="{3AA82B20-494A-4B81-846D-0D0CA40E8388}">
      <dsp:nvSpPr>
        <dsp:cNvPr id="0" name=""/>
        <dsp:cNvSpPr/>
      </dsp:nvSpPr>
      <dsp:spPr>
        <a:xfrm>
          <a:off x="0" y="3686256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7544D8-6400-4AC4-961F-F301750910FA}">
      <dsp:nvSpPr>
        <dsp:cNvPr id="0" name=""/>
        <dsp:cNvSpPr/>
      </dsp:nvSpPr>
      <dsp:spPr>
        <a:xfrm>
          <a:off x="0" y="3686256"/>
          <a:ext cx="4718785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- Màu sắc hài hòa</a:t>
          </a:r>
        </a:p>
      </dsp:txBody>
      <dsp:txXfrm>
        <a:off x="0" y="3686256"/>
        <a:ext cx="4718785" cy="184177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B0CC4D-1E91-4A60-99B4-143E3D0F13EF}">
      <dsp:nvSpPr>
        <dsp:cNvPr id="0" name=""/>
        <dsp:cNvSpPr/>
      </dsp:nvSpPr>
      <dsp:spPr>
        <a:xfrm>
          <a:off x="0" y="0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7DB0F4-D855-4D4E-9EF6-44E71A0EE86A}">
      <dsp:nvSpPr>
        <dsp:cNvPr id="0" name=""/>
        <dsp:cNvSpPr/>
      </dsp:nvSpPr>
      <dsp:spPr>
        <a:xfrm>
          <a:off x="0" y="0"/>
          <a:ext cx="4718785" cy="2765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0" tIns="209550" rIns="209550" bIns="209550" numCol="1" spcCol="1270" anchor="t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 dirty="0"/>
            <a:t>- </a:t>
          </a:r>
          <a:r>
            <a:rPr lang="en-US" sz="5500" kern="1200" dirty="0" err="1"/>
            <a:t>Cùng</a:t>
          </a:r>
          <a:r>
            <a:rPr lang="en-US" sz="5500" kern="1200" dirty="0"/>
            <a:t> </a:t>
          </a:r>
          <a:r>
            <a:rPr lang="en-US" sz="5500" kern="1200" dirty="0" err="1"/>
            <a:t>cấp</a:t>
          </a:r>
          <a:r>
            <a:rPr lang="en-US" sz="5500" kern="1200" dirty="0"/>
            <a:t> </a:t>
          </a:r>
          <a:r>
            <a:rPr lang="en-US" sz="5500" kern="1200" dirty="0" err="1"/>
            <a:t>dùng</a:t>
          </a:r>
          <a:r>
            <a:rPr lang="en-US" sz="5500" kern="1200" dirty="0"/>
            <a:t> </a:t>
          </a:r>
          <a:r>
            <a:rPr lang="en-US" sz="5500" kern="1200" dirty="0" err="1"/>
            <a:t>cùng</a:t>
          </a:r>
          <a:r>
            <a:rPr lang="en-US" sz="5500" kern="1200" dirty="0"/>
            <a:t> font</a:t>
          </a:r>
        </a:p>
      </dsp:txBody>
      <dsp:txXfrm>
        <a:off x="0" y="0"/>
        <a:ext cx="4718785" cy="2765367"/>
      </dsp:txXfrm>
    </dsp:sp>
    <dsp:sp modelId="{B46DE4BC-A1F4-49F7-94E1-7FE31649AEE8}">
      <dsp:nvSpPr>
        <dsp:cNvPr id="0" name=""/>
        <dsp:cNvSpPr/>
      </dsp:nvSpPr>
      <dsp:spPr>
        <a:xfrm>
          <a:off x="0" y="2765367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99979D-0C27-4AB3-B720-5D1919C710B1}">
      <dsp:nvSpPr>
        <dsp:cNvPr id="0" name=""/>
        <dsp:cNvSpPr/>
      </dsp:nvSpPr>
      <dsp:spPr>
        <a:xfrm>
          <a:off x="0" y="2765367"/>
          <a:ext cx="4718785" cy="2765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0" tIns="209550" rIns="209550" bIns="209550" numCol="1" spcCol="1270" anchor="t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 dirty="0"/>
            <a:t>- </a:t>
          </a:r>
          <a:r>
            <a:rPr lang="en-US" sz="5500" kern="1200" dirty="0" err="1"/>
            <a:t>Không</a:t>
          </a:r>
          <a:r>
            <a:rPr lang="en-US" sz="5500" kern="1200" dirty="0"/>
            <a:t> </a:t>
          </a:r>
          <a:r>
            <a:rPr lang="en-US" sz="5500" kern="1200" dirty="0" err="1"/>
            <a:t>quá</a:t>
          </a:r>
          <a:r>
            <a:rPr lang="en-US" sz="5500" kern="1200" dirty="0"/>
            <a:t> 2 font </a:t>
          </a:r>
          <a:r>
            <a:rPr lang="en-US" sz="5500" kern="1200" dirty="0" err="1"/>
            <a:t>trong</a:t>
          </a:r>
          <a:r>
            <a:rPr lang="en-US" sz="5500" kern="1200" dirty="0"/>
            <a:t> </a:t>
          </a:r>
          <a:r>
            <a:rPr lang="en-US" sz="5500" kern="1200" dirty="0" err="1"/>
            <a:t>trang</a:t>
          </a:r>
          <a:r>
            <a:rPr lang="en-US" sz="5500" kern="1200" dirty="0"/>
            <a:t> </a:t>
          </a:r>
          <a:r>
            <a:rPr lang="en-US" sz="5500" kern="1200" dirty="0" err="1"/>
            <a:t>chiếu</a:t>
          </a:r>
          <a:endParaRPr lang="en-US" sz="5500" kern="1200" dirty="0"/>
        </a:p>
      </dsp:txBody>
      <dsp:txXfrm>
        <a:off x="0" y="2765367"/>
        <a:ext cx="4718785" cy="276536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6B45B7-EA28-4557-8D19-60139918AAC9}">
      <dsp:nvSpPr>
        <dsp:cNvPr id="0" name=""/>
        <dsp:cNvSpPr/>
      </dsp:nvSpPr>
      <dsp:spPr>
        <a:xfrm>
          <a:off x="109981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F696B2-FF7E-4FFE-8BDE-CD122DCE7B81}">
      <dsp:nvSpPr>
        <dsp:cNvPr id="0" name=""/>
        <dsp:cNvSpPr/>
      </dsp:nvSpPr>
      <dsp:spPr>
        <a:xfrm>
          <a:off x="8506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- </a:t>
          </a:r>
          <a:r>
            <a:rPr lang="en-US" sz="4100" kern="1200" dirty="0" err="1"/>
            <a:t>Nội</a:t>
          </a:r>
          <a:r>
            <a:rPr lang="en-US" sz="4100" kern="1200" dirty="0"/>
            <a:t> dung ≥ 20pt</a:t>
          </a:r>
        </a:p>
      </dsp:txBody>
      <dsp:txXfrm>
        <a:off x="85060" y="2776702"/>
        <a:ext cx="3690000" cy="720000"/>
      </dsp:txXfrm>
    </dsp:sp>
    <dsp:sp modelId="{9A5B92CF-DE78-4253-B140-BC3AA8851DEB}">
      <dsp:nvSpPr>
        <dsp:cNvPr id="0" name=""/>
        <dsp:cNvSpPr/>
      </dsp:nvSpPr>
      <dsp:spPr>
        <a:xfrm>
          <a:off x="543556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294AF9-3099-4B9C-8845-60B051030F83}">
      <dsp:nvSpPr>
        <dsp:cNvPr id="0" name=""/>
        <dsp:cNvSpPr/>
      </dsp:nvSpPr>
      <dsp:spPr>
        <a:xfrm>
          <a:off x="442081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- </a:t>
          </a:r>
          <a:r>
            <a:rPr lang="en-US" sz="4100" kern="1200" dirty="0" err="1"/>
            <a:t>Tiêu</a:t>
          </a:r>
          <a:r>
            <a:rPr lang="en-US" sz="4100" kern="1200" dirty="0"/>
            <a:t> </a:t>
          </a:r>
          <a:r>
            <a:rPr lang="en-US" sz="4100" kern="1200" dirty="0" err="1"/>
            <a:t>đề</a:t>
          </a:r>
          <a:r>
            <a:rPr lang="en-US" sz="4100" kern="1200" dirty="0"/>
            <a:t> </a:t>
          </a:r>
          <a:r>
            <a:rPr lang="en-US" sz="4100" kern="1200" dirty="0" err="1"/>
            <a:t>chữ</a:t>
          </a:r>
          <a:r>
            <a:rPr lang="en-US" sz="4100" kern="1200" dirty="0"/>
            <a:t> </a:t>
          </a:r>
          <a:r>
            <a:rPr lang="en-US" sz="4100" kern="1200" dirty="0" err="1"/>
            <a:t>lớn</a:t>
          </a:r>
          <a:endParaRPr lang="en-US" sz="4100" kern="1200" dirty="0"/>
        </a:p>
      </dsp:txBody>
      <dsp:txXfrm>
        <a:off x="4420810" y="2776702"/>
        <a:ext cx="369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D749ED5-FE4B-B42B-10FC-E156F4F4E67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Tin học 8-Chân trời sáng tạo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1B3EBA-8EBC-5E5B-8375-E0D824C0074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8E8DB6-01BC-4DD6-A9B4-614D6119CF84}" type="datetime1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5456BD-F141-C1AE-4720-1FB96EF462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Tin học 8-Chân trời sáng tạo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82808B-73BB-2E37-0397-13A159F95B2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AA6039-0489-475D-B76A-EC3C9B2D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180061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Tin học 8-Chân trời sáng tạo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B59D41-F946-4D4B-9AFF-E8CDDD86AFF0}" type="datetime1">
              <a:rPr lang="en-US" smtClean="0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Tin học 8-Chân trời sáng tạo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36F322-2A7B-4B3E-B2A9-908815F74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683153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36F322-2A7B-4B3E-B2A9-908815F74276}" type="slidenum">
              <a:rPr lang="en-US" smtClean="0"/>
              <a:t>1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10B38211-A721-7C35-3C65-1BB7D006697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Tin học 8-Chân trời sáng tạo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C71479-5130-2B90-49E8-DDB99F6D2A6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Tin học 8-Chân trời sáng tạo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F97CBC-0B77-D604-B2A3-C143D8F23BA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3D634D5-807A-45B9-8ACB-25C7521D970B}" type="datetime1">
              <a:rPr lang="en-US" smtClean="0"/>
              <a:t>1/30/2026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065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Tin học 8-Chân trời sáng tạo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Tin học 8-Chân trời sáng tạo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36F322-2A7B-4B3E-B2A9-908815F74276}" type="slidenum">
              <a:rPr lang="en-US" smtClean="0"/>
              <a:t>24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101088-6369-E224-A592-634FC2A3E51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C86FD79F-2386-4AE9-AA36-B27DF9597388}" type="datetime1">
              <a:rPr lang="en-US" smtClean="0"/>
              <a:t>1/30/2026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943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4EC2A-F7E4-496C-A10A-35EFE075F59B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Tin học 8-Chân trời sáng tạo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A8A5D-7E5D-4EE9-902E-1C36A9FBE4AC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Tin học 8-Chân trời sáng tạo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1FC14-1EDB-48B1-99A0-ABBA687133E2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Tin học 8-Chân trời sáng tạo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8C516-3961-497F-907C-A94304E174A3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Tin học 8-Chân trời sáng tạo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50264-50B5-4858-BA64-15163E5FA32E}" type="datetime1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Tin học 8-Chân trời sáng tạo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65EDA-44F6-4F4E-BE0B-04E4D6C1E827}" type="datetime1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Tin học 8-Chân trời sáng tạo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2E491-76CE-4831-8408-332F83349871}" type="datetime1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Tin học 8-Chân trời sáng tạo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BB553-4098-4B74-AB87-FFBDCFA02A8C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Tin học 8-Chân trời sáng tạo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0519-D157-4D77-8016-804E1CC58C3E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Tin học 8-Chân trời sáng tạo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B1985-63CB-43E0-8D7E-3A8B43DB902E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Tin học 8-Chân trời sáng tạo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6624E-3472-4589-8127-B5530B0E4A97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Tin học 8-Chân trời sáng tạo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8C921-02C5-4695-B058-921F4F807CBD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Tin học 8-Chân trời sáng tạo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hyperlink" Target="https://psmcvn.com/cvd2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BÀI 10. TRÌNH BÀY TRANG CHIẾU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E1C2F8-175A-9789-B3D4-A569B52DE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98B3EB8-11BB-796B-F349-24233AD03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75459"/>
            <a:ext cx="9388287" cy="5282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6EDDD6-F409-B146-33F0-8138FD17F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B1A13-71B1-42F5-B9E9-08DA92F254E4}" type="datetime1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1B519F-5DC6-DEB4-807C-94CC3723C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Tin học 8-Chân trời sáng tạo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6556C8-9E2E-3ADD-F87F-E97099370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MỤC TIÊU BÀI HỌC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38CBFF4-D282-A358-FBE9-4CFA1DA8D6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5453296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64213C-C23F-331F-9C34-9EEA0073C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A2DDC-978A-4306-83B8-2C1153AD50A8}" type="datetime1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B1087B-9EA1-3305-06DE-65CA16C4C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Tin học 8-Chân trời sáng tạo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D2AD0-A995-855F-ECAB-2CF97C014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KHỞI ĐỘNG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B7E08C-9BC6-354A-9604-BC41216F0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7" t="29957" r="733" b="38301"/>
          <a:stretch>
            <a:fillRect/>
          </a:stretch>
        </p:blipFill>
        <p:spPr>
          <a:xfrm>
            <a:off x="16882" y="2328280"/>
            <a:ext cx="9110236" cy="306980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4D3238-3725-8996-111A-52D4D0ABF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56809-FFD1-4A4F-9384-998081F93C5D}" type="datetime1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989C9-617F-EF06-DB88-CF744AE7B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Tin học 8-Chân trời sáng tạo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A08FF-A52F-C7F6-F3FB-F847BB1EE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B7608A9-FF11-93DC-C2C7-60BEA46102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2519" y="457200"/>
            <a:ext cx="7718961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CF394F-71AB-DCB7-455D-2F3A386E6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522E6-7A18-458A-A9F5-AAAF4855B904}" type="datetime1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3D6218-AFB6-8925-486B-0ECF0CE75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Tin học 8-Chân trời sáng tạo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2DC6B5-C7B0-9F18-7B97-31B73F7A3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234345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3DAD86CA-8235-409B-982B-5E7A033E2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9F234FBA-3501-47B4-AE0C-AA4AFBC8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4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B5EF893B-0491-416E-9D33-BADE96007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551961"/>
            <a:ext cx="8249304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0289BD8-C81B-68D4-6067-007D359A7CE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510" b="-1"/>
          <a:stretch>
            <a:fillRect/>
          </a:stretch>
        </p:blipFill>
        <p:spPr bwMode="auto">
          <a:xfrm>
            <a:off x="628650" y="754148"/>
            <a:ext cx="7886700" cy="499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85" name="Straight Connector 3084">
            <a:extLst>
              <a:ext uri="{FF2B5EF4-FFF2-40B4-BE49-F238E27FC236}">
                <a16:creationId xmlns:a16="http://schemas.microsoft.com/office/drawing/2014/main" id="{469F4FF8-F8B0-4630-BA1B-0D8B324CD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47348" y="6329769"/>
            <a:ext cx="8250174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ABC256-1B67-FF57-2119-0E3FC0815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479B5-A63E-450C-B33D-94463F91727D}" type="datetime1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931236-AF8D-CA12-D6A0-53E0CE01F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Tin học 8-Chân trời sáng tạo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29978-5A08-994F-4E1D-3F5A26AF6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384972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TRÌNH BÀY SLIDE TỐT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DDB7D96-BCAB-DD62-67DA-DB9AACDAA3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3964816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F725E7-228F-A7EF-247E-5D113BD28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47C28-DF88-4B73-BD97-FBBAB1F339DF}" type="datetime1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B7DE0F-479D-0E89-871E-BCB8126A8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Tin học 8-Chân trời sáng tạo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5F439-39C4-0370-4F93-42585A0AD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96247-B4A4-2E92-21B8-1378B305D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4DC22-C98B-8C05-84DD-55A06B799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57199"/>
          </a:xfrm>
          <a:gradFill>
            <a:gsLst>
              <a:gs pos="0">
                <a:srgbClr val="7030A0"/>
              </a:gs>
              <a:gs pos="48900">
                <a:schemeClr val="accent4">
                  <a:lumMod val="75000"/>
                </a:schemeClr>
              </a:gs>
              <a:gs pos="100000">
                <a:schemeClr val="bg1"/>
              </a:gs>
            </a:gsLst>
            <a:lin ang="0" scaled="0"/>
          </a:gradFill>
        </p:spPr>
        <p:txBody>
          <a:bodyPr>
            <a:noAutofit/>
          </a:bodyPr>
          <a:lstStyle/>
          <a:p>
            <a:pPr algn="l"/>
            <a:r>
              <a:rPr lang="en-US" sz="2500" dirty="0">
                <a:solidFill>
                  <a:schemeClr val="bg1"/>
                </a:solidFill>
              </a:rPr>
              <a:t>Tiến </a:t>
            </a:r>
            <a:r>
              <a:rPr lang="en-US" sz="2500" dirty="0" err="1">
                <a:solidFill>
                  <a:schemeClr val="bg1"/>
                </a:solidFill>
              </a:rPr>
              <a:t>trình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dạy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học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B94EA-0B06-A8A4-DFAC-B63432B91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04" y="667507"/>
            <a:ext cx="8229600" cy="119296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6000" dirty="0"/>
              <a:t>1. </a:t>
            </a:r>
            <a:r>
              <a:rPr lang="en-US" sz="6000" dirty="0" err="1"/>
              <a:t>Sử</a:t>
            </a:r>
            <a:r>
              <a:rPr lang="en-US" sz="6000" dirty="0"/>
              <a:t> </a:t>
            </a:r>
            <a:r>
              <a:rPr lang="en-US" sz="6000" dirty="0" err="1"/>
              <a:t>dụng</a:t>
            </a:r>
            <a:r>
              <a:rPr lang="en-US" sz="6000" dirty="0"/>
              <a:t> </a:t>
            </a:r>
            <a:r>
              <a:rPr lang="en-US" sz="6000" dirty="0" err="1"/>
              <a:t>cỡ</a:t>
            </a:r>
            <a:r>
              <a:rPr lang="en-US" sz="6000" dirty="0"/>
              <a:t> </a:t>
            </a:r>
            <a:r>
              <a:rPr lang="en-US" sz="6000" dirty="0" err="1"/>
              <a:t>chữ</a:t>
            </a:r>
            <a:r>
              <a:rPr lang="en-US" sz="6000" dirty="0"/>
              <a:t>, </a:t>
            </a:r>
            <a:r>
              <a:rPr lang="en-US" sz="6000" dirty="0" err="1"/>
              <a:t>màu</a:t>
            </a:r>
            <a:r>
              <a:rPr lang="en-US" sz="6000" dirty="0"/>
              <a:t> </a:t>
            </a:r>
            <a:r>
              <a:rPr lang="en-US" sz="6000" dirty="0" err="1"/>
              <a:t>sắc</a:t>
            </a:r>
            <a:r>
              <a:rPr lang="en-US" sz="6000" dirty="0"/>
              <a:t> </a:t>
            </a:r>
            <a:r>
              <a:rPr lang="en-US" sz="6000" dirty="0" err="1"/>
              <a:t>hài</a:t>
            </a:r>
            <a:r>
              <a:rPr lang="en-US" sz="6000" dirty="0"/>
              <a:t> </a:t>
            </a:r>
            <a:r>
              <a:rPr lang="en-US" sz="6000" dirty="0" err="1"/>
              <a:t>hòa</a:t>
            </a:r>
            <a:r>
              <a:rPr lang="en-US" sz="6000" dirty="0"/>
              <a:t>, </a:t>
            </a:r>
            <a:r>
              <a:rPr lang="en-US" sz="6000" dirty="0" err="1"/>
              <a:t>hợp</a:t>
            </a:r>
            <a:r>
              <a:rPr lang="en-US" sz="6000" dirty="0"/>
              <a:t> </a:t>
            </a:r>
            <a:r>
              <a:rPr lang="en-US" sz="6000" dirty="0" err="1"/>
              <a:t>lí</a:t>
            </a:r>
            <a:endParaRPr lang="en-US" sz="60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1AF2B2-8FDB-A269-7019-27F6C9191152}"/>
              </a:ext>
            </a:extLst>
          </p:cNvPr>
          <p:cNvCxnSpPr/>
          <p:nvPr/>
        </p:nvCxnSpPr>
        <p:spPr>
          <a:xfrm>
            <a:off x="0" y="2013217"/>
            <a:ext cx="914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D2AE0F-D896-0685-E87E-871BEAB84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792D7-F78E-4C8E-ACBE-4AB3FDEF07F3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6C83FA-3D2B-AB5F-D793-A1D270403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Tin học 8-Chân trời sáng tạo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7198C-57B1-7173-DA40-6349A0D53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DB4E12-850F-0CE0-ACB1-C60E5AD20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416" y="2756012"/>
            <a:ext cx="4210812" cy="23264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3D7AB4-0462-514B-4039-F225F7BB4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63" y="2887600"/>
            <a:ext cx="4210812" cy="206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603440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A5B75F4F-889B-CC12-7289-AC194CAEEC8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2600" y="1147546"/>
            <a:ext cx="8178799" cy="4562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FB82F-C6DB-A2BF-1896-953C774AC6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435A8A5D-7E5D-4EE9-902E-1C36A9FBE4AC}" type="datetime1">
              <a:rPr lang="en-US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1/30/2026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D8D5D-1DDD-2D91-BED7-F9B8997DD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Tin học 8-Chân trời sáng tạo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96594-94DC-E66A-FE65-CA416A231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8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5351157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A2568-112A-BE26-5841-4497F13F7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83751-677F-CBC6-3E2C-C6612DD44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57199"/>
          </a:xfrm>
          <a:gradFill>
            <a:gsLst>
              <a:gs pos="0">
                <a:srgbClr val="7030A0"/>
              </a:gs>
              <a:gs pos="48900">
                <a:schemeClr val="accent4">
                  <a:lumMod val="75000"/>
                </a:schemeClr>
              </a:gs>
              <a:gs pos="100000">
                <a:schemeClr val="bg1"/>
              </a:gs>
            </a:gsLst>
            <a:lin ang="0" scaled="0"/>
          </a:gradFill>
        </p:spPr>
        <p:txBody>
          <a:bodyPr>
            <a:noAutofit/>
          </a:bodyPr>
          <a:lstStyle/>
          <a:p>
            <a:pPr algn="l"/>
            <a:r>
              <a:rPr lang="en-US" sz="2500" dirty="0">
                <a:solidFill>
                  <a:schemeClr val="bg1"/>
                </a:solidFill>
              </a:rPr>
              <a:t>Tiến </a:t>
            </a:r>
            <a:r>
              <a:rPr lang="en-US" sz="2500" dirty="0" err="1">
                <a:solidFill>
                  <a:schemeClr val="bg1"/>
                </a:solidFill>
              </a:rPr>
              <a:t>trình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dạy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học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2C807-5D75-F99B-2289-4DBEBECE5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04" y="1263989"/>
            <a:ext cx="8229600" cy="11929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/>
              <a:t>Font </a:t>
            </a:r>
            <a:r>
              <a:rPr lang="en-US" sz="6000" dirty="0" err="1"/>
              <a:t>chữ</a:t>
            </a:r>
            <a:r>
              <a:rPr lang="en-US" sz="6000" dirty="0"/>
              <a:t> </a:t>
            </a:r>
            <a:r>
              <a:rPr lang="en-US" sz="6000" dirty="0" err="1"/>
              <a:t>là</a:t>
            </a:r>
            <a:r>
              <a:rPr lang="en-US" sz="6000" dirty="0"/>
              <a:t> </a:t>
            </a:r>
            <a:r>
              <a:rPr lang="en-US" sz="6000" dirty="0" err="1"/>
              <a:t>gì</a:t>
            </a:r>
            <a:r>
              <a:rPr lang="en-US" sz="6000" dirty="0"/>
              <a:t>?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58DFEB-8D51-D6C0-2C47-FC990007D6F4}"/>
              </a:ext>
            </a:extLst>
          </p:cNvPr>
          <p:cNvSpPr txBox="1">
            <a:spLocks/>
          </p:cNvSpPr>
          <p:nvPr/>
        </p:nvSpPr>
        <p:spPr>
          <a:xfrm>
            <a:off x="400004" y="3000580"/>
            <a:ext cx="8229600" cy="1192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3500" dirty="0" err="1"/>
              <a:t>Là</a:t>
            </a:r>
            <a:r>
              <a:rPr lang="en-US" sz="3500" dirty="0"/>
              <a:t> </a:t>
            </a:r>
            <a:r>
              <a:rPr lang="en-US" sz="3500" dirty="0" err="1"/>
              <a:t>kiểu</a:t>
            </a:r>
            <a:r>
              <a:rPr lang="en-US" sz="3500" dirty="0"/>
              <a:t> </a:t>
            </a:r>
            <a:r>
              <a:rPr lang="en-US" sz="3500" dirty="0" err="1"/>
              <a:t>dáng</a:t>
            </a:r>
            <a:r>
              <a:rPr lang="en-US" sz="3500" dirty="0"/>
              <a:t> </a:t>
            </a:r>
            <a:r>
              <a:rPr lang="en-US" sz="3500" dirty="0" err="1"/>
              <a:t>hiển</a:t>
            </a:r>
            <a:r>
              <a:rPr lang="en-US" sz="3500" dirty="0"/>
              <a:t> </a:t>
            </a:r>
            <a:r>
              <a:rPr lang="en-US" sz="3500" dirty="0" err="1"/>
              <a:t>thị</a:t>
            </a:r>
            <a:r>
              <a:rPr lang="en-US" sz="3500" dirty="0"/>
              <a:t> </a:t>
            </a:r>
            <a:r>
              <a:rPr lang="en-US" sz="3500" dirty="0" err="1"/>
              <a:t>của</a:t>
            </a:r>
            <a:r>
              <a:rPr lang="en-US" sz="3500" dirty="0"/>
              <a:t> </a:t>
            </a:r>
            <a:r>
              <a:rPr lang="en-US" sz="3500" dirty="0" err="1"/>
              <a:t>chữ</a:t>
            </a:r>
            <a:endParaRPr lang="en-US" sz="35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2509E6B-7B9F-F046-B91B-5F67DCCAD6AB}"/>
              </a:ext>
            </a:extLst>
          </p:cNvPr>
          <p:cNvSpPr txBox="1">
            <a:spLocks/>
          </p:cNvSpPr>
          <p:nvPr/>
        </p:nvSpPr>
        <p:spPr>
          <a:xfrm>
            <a:off x="400004" y="4076345"/>
            <a:ext cx="8229600" cy="1192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3500" dirty="0" err="1"/>
              <a:t>Nên</a:t>
            </a:r>
            <a:r>
              <a:rPr lang="en-US" sz="3500" dirty="0"/>
              <a:t> </a:t>
            </a:r>
            <a:r>
              <a:rPr lang="en-US" sz="3500" dirty="0" err="1"/>
              <a:t>sử</a:t>
            </a:r>
            <a:r>
              <a:rPr lang="en-US" sz="3500" dirty="0"/>
              <a:t> </a:t>
            </a:r>
            <a:r>
              <a:rPr lang="en-US" sz="3500" dirty="0" err="1"/>
              <a:t>dụng</a:t>
            </a:r>
            <a:r>
              <a:rPr lang="en-US" sz="3500" dirty="0"/>
              <a:t> </a:t>
            </a:r>
            <a:r>
              <a:rPr lang="en-US" sz="3500" dirty="0" err="1"/>
              <a:t>kiểu</a:t>
            </a:r>
            <a:r>
              <a:rPr lang="en-US" sz="3500" dirty="0"/>
              <a:t> </a:t>
            </a:r>
            <a:r>
              <a:rPr lang="en-US" sz="3500" dirty="0" err="1"/>
              <a:t>không</a:t>
            </a:r>
            <a:r>
              <a:rPr lang="en-US" sz="3500" dirty="0"/>
              <a:t> </a:t>
            </a:r>
            <a:r>
              <a:rPr lang="en-US" sz="3500" dirty="0" err="1"/>
              <a:t>chân</a:t>
            </a:r>
            <a:r>
              <a:rPr lang="en-US" sz="3500" dirty="0"/>
              <a:t> </a:t>
            </a:r>
            <a:r>
              <a:rPr lang="en-US" sz="3500" dirty="0" err="1"/>
              <a:t>trong</a:t>
            </a:r>
            <a:r>
              <a:rPr lang="en-US" sz="3500" dirty="0"/>
              <a:t> </a:t>
            </a:r>
            <a:r>
              <a:rPr lang="en-US" sz="3500" dirty="0" err="1"/>
              <a:t>trang</a:t>
            </a:r>
            <a:r>
              <a:rPr lang="en-US" sz="3500" dirty="0"/>
              <a:t> </a:t>
            </a:r>
            <a:r>
              <a:rPr lang="en-US" sz="3500" dirty="0" err="1"/>
              <a:t>chiếu</a:t>
            </a:r>
            <a:r>
              <a:rPr lang="en-US" sz="3500" dirty="0"/>
              <a:t>: Arial, Tahoma, Roboto,…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32F1E48-70D4-428E-3A05-DD0472816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B0F2-A3BE-4828-906E-2CF614CA0D2C}" type="datetime1">
              <a:rPr lang="en-US" smtClean="0"/>
              <a:t>1/30/2026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9A882E-532F-F0B9-F6A8-CC57E7B9C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Tin học 8-Chân trời sáng tạo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B664986-C3D4-A3E9-EA49-6120E6508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43721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NGUYÊN TẮC DÙNG FONT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232FC0-E354-4AE2-643D-3B16829BC8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7366197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47F95F-B9BA-7DF3-D57A-EFEDC3F4A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488E1-BF27-447B-81C3-59413E8B3E01}" type="datetime1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7671D-E071-2108-541E-2237ADAB3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Tin học 8-Chân trời sáng tạo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4882A-A4FF-8528-D9A1-28D75569F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KÍCH CỠ CHỮ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D94E5B7-24F3-FBCC-9F8C-5B7CC4AF92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89937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9A0D12-1A24-88BA-F4D2-6EF077981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9E47E-7260-47C8-8103-4DE85D4DB3E3}" type="datetime1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5D0D26-0B5B-5F4B-DC29-6ABFC1989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Tin học 8-Chân trời sáng tạo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27F37-AE19-8DFF-603F-C13E728F4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FDD80-26A6-5B9A-D2E6-186402CD4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431C1-9D20-0BE4-81C1-01A572F16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57199"/>
          </a:xfrm>
          <a:gradFill>
            <a:gsLst>
              <a:gs pos="0">
                <a:srgbClr val="7030A0"/>
              </a:gs>
              <a:gs pos="48900">
                <a:schemeClr val="accent4">
                  <a:lumMod val="75000"/>
                </a:schemeClr>
              </a:gs>
              <a:gs pos="100000">
                <a:schemeClr val="bg1"/>
              </a:gs>
            </a:gsLst>
            <a:lin ang="0" scaled="0"/>
          </a:gradFill>
        </p:spPr>
        <p:txBody>
          <a:bodyPr>
            <a:noAutofit/>
          </a:bodyPr>
          <a:lstStyle/>
          <a:p>
            <a:pPr algn="l"/>
            <a:r>
              <a:rPr lang="en-US" sz="2500" dirty="0">
                <a:solidFill>
                  <a:schemeClr val="bg1"/>
                </a:solidFill>
              </a:rPr>
              <a:t>Tiến </a:t>
            </a:r>
            <a:r>
              <a:rPr lang="en-US" sz="2500" dirty="0" err="1">
                <a:solidFill>
                  <a:schemeClr val="bg1"/>
                </a:solidFill>
              </a:rPr>
              <a:t>trình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dạy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học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B4DC3-8269-75C5-5682-1B4F561ED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04" y="667507"/>
            <a:ext cx="8229600" cy="11929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 err="1"/>
              <a:t>Sử</a:t>
            </a:r>
            <a:r>
              <a:rPr lang="en-US" sz="6000" dirty="0"/>
              <a:t> </a:t>
            </a:r>
            <a:r>
              <a:rPr lang="en-US" sz="6000" dirty="0" err="1"/>
              <a:t>dụng</a:t>
            </a:r>
            <a:r>
              <a:rPr lang="en-US" sz="6000" dirty="0"/>
              <a:t> </a:t>
            </a:r>
            <a:r>
              <a:rPr lang="en-US" sz="6000" dirty="0" err="1"/>
              <a:t>màu</a:t>
            </a:r>
            <a:endParaRPr lang="en-US" sz="60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1546466-34C9-5B78-1169-6C91B47EE1F7}"/>
              </a:ext>
            </a:extLst>
          </p:cNvPr>
          <p:cNvSpPr txBox="1">
            <a:spLocks/>
          </p:cNvSpPr>
          <p:nvPr/>
        </p:nvSpPr>
        <p:spPr>
          <a:xfrm>
            <a:off x="400004" y="3218607"/>
            <a:ext cx="8229600" cy="1192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3500" dirty="0" err="1"/>
              <a:t>Nên</a:t>
            </a:r>
            <a:r>
              <a:rPr lang="en-US" sz="3500" dirty="0"/>
              <a:t> </a:t>
            </a:r>
            <a:r>
              <a:rPr lang="en-US" sz="3500" dirty="0" err="1"/>
              <a:t>sử</a:t>
            </a:r>
            <a:r>
              <a:rPr lang="en-US" sz="3500" dirty="0"/>
              <a:t> </a:t>
            </a:r>
            <a:r>
              <a:rPr lang="en-US" sz="3500" dirty="0" err="1"/>
              <a:t>dụng</a:t>
            </a:r>
            <a:r>
              <a:rPr lang="en-US" sz="3500" dirty="0"/>
              <a:t> </a:t>
            </a:r>
            <a:r>
              <a:rPr lang="en-US" sz="3500" dirty="0" err="1"/>
              <a:t>màu</a:t>
            </a:r>
            <a:r>
              <a:rPr lang="en-US" sz="3500" dirty="0"/>
              <a:t> </a:t>
            </a:r>
            <a:r>
              <a:rPr lang="en-US" sz="3500" dirty="0" err="1"/>
              <a:t>nền</a:t>
            </a:r>
            <a:r>
              <a:rPr lang="en-US" sz="3500" dirty="0"/>
              <a:t> </a:t>
            </a:r>
            <a:r>
              <a:rPr lang="en-US" sz="3500" dirty="0" err="1"/>
              <a:t>tương</a:t>
            </a:r>
            <a:r>
              <a:rPr lang="en-US" sz="3500" dirty="0"/>
              <a:t> </a:t>
            </a:r>
            <a:r>
              <a:rPr lang="en-US" sz="3500" dirty="0" err="1"/>
              <a:t>phản</a:t>
            </a:r>
            <a:r>
              <a:rPr lang="en-US" sz="3500" dirty="0"/>
              <a:t> </a:t>
            </a:r>
            <a:r>
              <a:rPr lang="en-US" sz="3500" dirty="0" err="1"/>
              <a:t>với</a:t>
            </a:r>
            <a:r>
              <a:rPr lang="en-US" sz="3500" dirty="0"/>
              <a:t> </a:t>
            </a:r>
            <a:r>
              <a:rPr lang="en-US" sz="3500" dirty="0" err="1"/>
              <a:t>màu</a:t>
            </a:r>
            <a:r>
              <a:rPr lang="en-US" sz="3500" dirty="0"/>
              <a:t> </a:t>
            </a:r>
            <a:r>
              <a:rPr lang="en-US" sz="3500" dirty="0" err="1"/>
              <a:t>chữ</a:t>
            </a:r>
            <a:endParaRPr lang="en-US" sz="35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CF57CF-7651-3BE8-6B72-C1898AF1B3BC}"/>
              </a:ext>
            </a:extLst>
          </p:cNvPr>
          <p:cNvCxnSpPr/>
          <p:nvPr/>
        </p:nvCxnSpPr>
        <p:spPr>
          <a:xfrm>
            <a:off x="0" y="2013217"/>
            <a:ext cx="914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2BC1D2-8A57-CA34-3D40-906A86B90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D063F-B6D6-42F8-A8A8-435EF073A02F}" type="datetime1">
              <a:rPr lang="en-US" smtClean="0"/>
              <a:t>1/30/2026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68638DA-951E-58C8-1147-C57F7A97B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Tin học 8-Chân trời sáng tạo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5E02E2C-FFFC-24FD-F662-3D57D51F8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24649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FCA7C0F1-9779-A087-9FDE-7854B9395DD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27" r="13927" b="1"/>
          <a:stretch>
            <a:fillRect/>
          </a:stretch>
        </p:blipFill>
        <p:spPr bwMode="auto">
          <a:xfrm>
            <a:off x="20" y="1282"/>
            <a:ext cx="9143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E89A2-3844-849C-1737-87B117B23F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435A8A5D-7E5D-4EE9-902E-1C36A9FBE4AC}" type="datetime1">
              <a:rPr lang="en-US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1/30/2026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53969-7A58-7552-3D77-6109AFFF0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Tin học 8-Chân trời sáng tạo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B52B7-BF8A-FCA2-7116-E9F7A1BE7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13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5684767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7" name="Group 5126">
            <a:extLst>
              <a:ext uri="{FF2B5EF4-FFF2-40B4-BE49-F238E27FC236}">
                <a16:creationId xmlns:a16="http://schemas.microsoft.com/office/drawing/2014/main" id="{6E61B563-A4B2-5783-81AF-A2A053D74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352229"/>
            <a:ext cx="9144000" cy="1519356"/>
            <a:chOff x="0" y="-29768"/>
            <a:chExt cx="12202174" cy="1519356"/>
          </a:xfrm>
        </p:grpSpPr>
        <p:sp>
          <p:nvSpPr>
            <p:cNvPr id="5128" name="Rectangle 5127">
              <a:extLst>
                <a:ext uri="{FF2B5EF4-FFF2-40B4-BE49-F238E27FC236}">
                  <a16:creationId xmlns:a16="http://schemas.microsoft.com/office/drawing/2014/main" id="{40633BBC-8C60-7DC4-F0CC-CE32251096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29" name="Rectangle 5128">
              <a:extLst>
                <a:ext uri="{FF2B5EF4-FFF2-40B4-BE49-F238E27FC236}">
                  <a16:creationId xmlns:a16="http://schemas.microsoft.com/office/drawing/2014/main" id="{CCC98078-F2A2-725C-ED61-320B63B69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30" name="Rectangle 5129">
              <a:extLst>
                <a:ext uri="{FF2B5EF4-FFF2-40B4-BE49-F238E27FC236}">
                  <a16:creationId xmlns:a16="http://schemas.microsoft.com/office/drawing/2014/main" id="{21CD4C03-24F0-57A9-530E-8F2ABABDC5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122" name="Picture 2">
            <a:extLst>
              <a:ext uri="{FF2B5EF4-FFF2-40B4-BE49-F238E27FC236}">
                <a16:creationId xmlns:a16="http://schemas.microsoft.com/office/drawing/2014/main" id="{83F65539-1393-16E2-0492-44FCD2B21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01" b="2"/>
          <a:stretch>
            <a:fillRect/>
          </a:stretch>
        </p:blipFill>
        <p:spPr bwMode="auto">
          <a:xfrm>
            <a:off x="7705" y="391895"/>
            <a:ext cx="9143979" cy="5352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7E84C93-2F28-A381-1A99-F10A61E3815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457199"/>
          </a:xfrm>
          <a:prstGeom prst="rect">
            <a:avLst/>
          </a:prstGeom>
          <a:gradFill>
            <a:gsLst>
              <a:gs pos="0">
                <a:srgbClr val="7030A0"/>
              </a:gs>
              <a:gs pos="48900">
                <a:schemeClr val="accent4">
                  <a:lumMod val="75000"/>
                </a:schemeClr>
              </a:gs>
              <a:gs pos="100000">
                <a:schemeClr val="bg1"/>
              </a:gs>
            </a:gsLst>
            <a:lin ang="0" scaled="0"/>
          </a:gradFill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500">
                <a:solidFill>
                  <a:schemeClr val="bg1"/>
                </a:solidFill>
              </a:rPr>
              <a:t>Tiến trình dạy học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BB01B2B6-97CA-FE55-FA34-D157F921C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6AA5D-3918-4BC5-867A-FC5401E6D90B}" type="datetime1">
              <a:rPr lang="en-US" smtClean="0"/>
              <a:t>1/30/2026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9118447-7CE1-2D1C-3242-F740DA0B6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Tin học 8-Chân trời sáng tạo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42AB0C8-2B7C-A84A-ADE7-0243DD062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8B75D-0A69-8BD3-D738-CE6AE0FDA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8872C-8AF7-8DEA-9B58-6061E8464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57199"/>
          </a:xfrm>
          <a:gradFill>
            <a:gsLst>
              <a:gs pos="0">
                <a:srgbClr val="7030A0"/>
              </a:gs>
              <a:gs pos="48900">
                <a:schemeClr val="accent4">
                  <a:lumMod val="75000"/>
                </a:schemeClr>
              </a:gs>
              <a:gs pos="100000">
                <a:schemeClr val="bg1"/>
              </a:gs>
            </a:gsLst>
            <a:lin ang="0" scaled="0"/>
          </a:gradFill>
        </p:spPr>
        <p:txBody>
          <a:bodyPr>
            <a:noAutofit/>
          </a:bodyPr>
          <a:lstStyle/>
          <a:p>
            <a:pPr algn="l"/>
            <a:r>
              <a:rPr lang="en-US" sz="2500" dirty="0">
                <a:solidFill>
                  <a:schemeClr val="bg1"/>
                </a:solidFill>
              </a:rPr>
              <a:t>Tiến </a:t>
            </a:r>
            <a:r>
              <a:rPr lang="en-US" sz="2500" dirty="0" err="1">
                <a:solidFill>
                  <a:schemeClr val="bg1"/>
                </a:solidFill>
              </a:rPr>
              <a:t>trình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dạy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học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4590D-2D1B-0673-FE28-B028B86BD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04" y="667507"/>
            <a:ext cx="8229600" cy="11929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/>
              <a:t>Các </a:t>
            </a:r>
            <a:r>
              <a:rPr lang="en-US" sz="6000" dirty="0" err="1"/>
              <a:t>nhóm</a:t>
            </a:r>
            <a:r>
              <a:rPr lang="en-US" sz="6000" dirty="0"/>
              <a:t> </a:t>
            </a:r>
            <a:r>
              <a:rPr lang="en-US" sz="6000" dirty="0" err="1"/>
              <a:t>màu</a:t>
            </a:r>
            <a:endParaRPr lang="en-US" sz="60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1B81961-4DCA-1041-8B83-5A28AF685989}"/>
              </a:ext>
            </a:extLst>
          </p:cNvPr>
          <p:cNvSpPr txBox="1">
            <a:spLocks/>
          </p:cNvSpPr>
          <p:nvPr/>
        </p:nvSpPr>
        <p:spPr>
          <a:xfrm>
            <a:off x="400004" y="3218607"/>
            <a:ext cx="8229600" cy="1192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3500" dirty="0" err="1"/>
              <a:t>Có</a:t>
            </a:r>
            <a:r>
              <a:rPr lang="en-US" sz="3500" dirty="0"/>
              <a:t> 3 </a:t>
            </a:r>
            <a:r>
              <a:rPr lang="en-US" sz="3500" dirty="0" err="1"/>
              <a:t>nhóm</a:t>
            </a:r>
            <a:r>
              <a:rPr lang="en-US" sz="3500" dirty="0"/>
              <a:t> </a:t>
            </a:r>
            <a:r>
              <a:rPr lang="en-US" sz="3500" dirty="0" err="1"/>
              <a:t>màu</a:t>
            </a:r>
            <a:endParaRPr lang="en-US" sz="35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23CD32-D982-15AF-5B74-966DE94EDB72}"/>
              </a:ext>
            </a:extLst>
          </p:cNvPr>
          <p:cNvCxnSpPr/>
          <p:nvPr/>
        </p:nvCxnSpPr>
        <p:spPr>
          <a:xfrm>
            <a:off x="0" y="2013217"/>
            <a:ext cx="914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354DB82-4279-6E65-C021-156547572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D063F-B6D6-42F8-A8A8-435EF073A02F}" type="datetime1">
              <a:rPr lang="en-US" smtClean="0"/>
              <a:t>1/30/2026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869D735-FD08-FD66-C1F3-25C699611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Tin học 8-Chân trời sáng tạo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A7A8A52-5C6E-3A3E-7755-75EA77E52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05166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3" name="Rectangle 6152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82344"/>
            <a:ext cx="9143997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5" name="Rectangle 6154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6086475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7" name="Rectangle 6156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9143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5" y="5490971"/>
            <a:ext cx="5221554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dirty="0" err="1">
                <a:solidFill>
                  <a:srgbClr val="FFFFFF"/>
                </a:solidFill>
              </a:rPr>
              <a:t>Đỏ</a:t>
            </a:r>
            <a:r>
              <a:rPr lang="en-US" sz="3500" dirty="0">
                <a:solidFill>
                  <a:srgbClr val="FFFFFF"/>
                </a:solidFill>
              </a:rPr>
              <a:t>-cam-</a:t>
            </a:r>
            <a:r>
              <a:rPr lang="en-US" sz="3500" dirty="0" err="1">
                <a:solidFill>
                  <a:srgbClr val="FFFFFF"/>
                </a:solidFill>
              </a:rPr>
              <a:t>vàng</a:t>
            </a:r>
            <a:endParaRPr lang="en-US" sz="35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B166F906-055D-A918-63D5-A05784C99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7604" y="-41461"/>
            <a:ext cx="7968784" cy="5319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C40A251-970E-3D27-C07A-537BDF69C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1A384-C900-4446-8E0B-693A46193F69}" type="datetime1">
              <a:rPr lang="en-US" smtClean="0"/>
              <a:t>1/30/2026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7E69C11-7BA0-B259-65E6-814982C71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Tin học 8-Chân trời sáng tạo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9914949-693B-3C5F-D11F-2A866921C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77" name="Rectangle 717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79" name="Rectangle 717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81" name="Rectangle 718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83" name="Freeform: Shape 718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dirty="0">
                <a:solidFill>
                  <a:srgbClr val="FFFFFF"/>
                </a:solidFill>
              </a:rPr>
              <a:t>Xanh </a:t>
            </a:r>
            <a:r>
              <a:rPr lang="en-US" sz="3500" dirty="0" err="1">
                <a:solidFill>
                  <a:srgbClr val="FFFFFF"/>
                </a:solidFill>
              </a:rPr>
              <a:t>lục-xanh</a:t>
            </a:r>
            <a:r>
              <a:rPr lang="en-US" sz="3500" dirty="0">
                <a:solidFill>
                  <a:srgbClr val="FFFFFF"/>
                </a:solidFill>
              </a:rPr>
              <a:t> lam-</a:t>
            </a:r>
            <a:r>
              <a:rPr lang="en-US" sz="3500" dirty="0" err="1">
                <a:solidFill>
                  <a:srgbClr val="FFFFFF"/>
                </a:solidFill>
              </a:rPr>
              <a:t>tím</a:t>
            </a:r>
            <a:endParaRPr lang="en-US" sz="35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1DC6723-BCEA-78D4-C71A-1082B5125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19389" y="860612"/>
            <a:ext cx="6134172" cy="4600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9D94FD-FFCB-3B2D-6BFD-4ACCD1D48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4A78F-A93F-4067-BFF4-57E309E5D520}" type="datetime1">
              <a:rPr lang="en-US" smtClean="0"/>
              <a:t>1/30/2026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7C19FA5-D3F2-90CB-7D7E-1CBD0807C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Tin học 8-Chân trời sáng tạo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E73CF3-4A83-06B4-23DE-F974B9EE5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9" name="Rectangle 8198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1" name="Rectangle 8200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82344"/>
            <a:ext cx="9143997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3" name="Rectangle 8202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6086475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5" name="Rectangle 8204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9143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5" y="5490971"/>
            <a:ext cx="5221554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NHÓM MÀU TRUNG TÍNH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526DC920-AB4C-5166-E132-259FF26B9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2769" y="-166690"/>
            <a:ext cx="8718454" cy="5449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399187A-1E67-D42B-CA9F-AC86B95CE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901D2-44B9-4132-8F7A-15BCE5EF7102}" type="datetime1">
              <a:rPr lang="en-US" smtClean="0"/>
              <a:t>1/30/2026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749C6D9-95CD-6B4C-14DC-4F1EA255B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Tin học 8-Chân trời sáng tạo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1AB689A-CC41-2F37-3F3C-C50A070F4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08993"/>
            <a:ext cx="6923558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10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MÀU NỀN &amp; MÀU CHỮ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4582814"/>
            <a:ext cx="5349252" cy="13126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Màu chữ phải tương phản nền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A43B485-7D75-D107-58EA-FA9C1FC425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CB75E1-E333-7069-26E2-FC1B7C8DC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F5636-FE8F-4A3F-86D2-76722C01D78E}" type="datetime1">
              <a:rPr lang="en-US" smtClean="0"/>
              <a:t>1/30/2026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7743C02-5D72-E912-F8E8-01790BC5B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Tin học 8-Chân trời sáng tạo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519589E-F92C-658E-E8BD-BFA03D84E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5131C-5ADD-7B28-3A9E-06E750340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B7CE8-3C15-0BC1-EF03-040AE3E6A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470D781-9A6B-ABC8-E2B5-49C69C874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875" y="0"/>
            <a:ext cx="53006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15221-06FB-AE10-4DE8-AE23F0837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F7DCB-D361-49BA-B021-BAE484FDCE95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10270-60A9-659D-96D5-35F68535C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Tin học 8-Chân trời sáng tạo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F3B6B-306B-3D0B-8101-B936F978B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444292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61" name="Rectangle 926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62" name="Rectangle 926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63" name="Rectangle 926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64" name="Rectangle 926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C23F67A-415A-B1F4-D927-555B1F224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80298" y="457200"/>
            <a:ext cx="4383404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1138361-AA90-F6B4-F191-B694BF0FE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FB51A-FE1F-4A01-BF53-8BA95E03507A}" type="datetime1">
              <a:rPr lang="en-US" smtClean="0"/>
              <a:t>1/30/2026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1316E5B-8632-6A63-0B24-1D3FD1440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Tin học 8-Chân trời sáng tạo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6000610-5CC3-F1BB-E5A1-73A3E33F9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E07EC-8C7C-7881-0B5C-795946D4C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A8FB4-7CBE-6F48-A31E-4243ACF4A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57199"/>
          </a:xfrm>
          <a:gradFill>
            <a:gsLst>
              <a:gs pos="0">
                <a:srgbClr val="7030A0"/>
              </a:gs>
              <a:gs pos="48900">
                <a:schemeClr val="accent4">
                  <a:lumMod val="75000"/>
                </a:schemeClr>
              </a:gs>
              <a:gs pos="100000">
                <a:schemeClr val="bg1"/>
              </a:gs>
            </a:gsLst>
            <a:lin ang="0" scaled="0"/>
          </a:gradFill>
        </p:spPr>
        <p:txBody>
          <a:bodyPr>
            <a:noAutofit/>
          </a:bodyPr>
          <a:lstStyle/>
          <a:p>
            <a:pPr algn="l"/>
            <a:r>
              <a:rPr lang="en-US" sz="2500" dirty="0">
                <a:solidFill>
                  <a:schemeClr val="bg1"/>
                </a:solidFill>
              </a:rPr>
              <a:t>Tiến </a:t>
            </a:r>
            <a:r>
              <a:rPr lang="en-US" sz="2500" dirty="0" err="1">
                <a:solidFill>
                  <a:schemeClr val="bg1"/>
                </a:solidFill>
              </a:rPr>
              <a:t>trình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dạy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học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3F1DB-5013-802E-3704-A64CABA64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04" y="667507"/>
            <a:ext cx="8229600" cy="119296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6000" dirty="0"/>
              <a:t>2. </a:t>
            </a:r>
            <a:r>
              <a:rPr lang="en-US" sz="6000" dirty="0" err="1"/>
              <a:t>Tạo</a:t>
            </a:r>
            <a:r>
              <a:rPr lang="en-US" sz="6000" dirty="0"/>
              <a:t> </a:t>
            </a:r>
            <a:r>
              <a:rPr lang="en-US" sz="6000" dirty="0" err="1"/>
              <a:t>liên</a:t>
            </a:r>
            <a:r>
              <a:rPr lang="en-US" sz="6000" dirty="0"/>
              <a:t> </a:t>
            </a:r>
            <a:r>
              <a:rPr lang="en-US" sz="6000" dirty="0" err="1"/>
              <a:t>kết</a:t>
            </a:r>
            <a:r>
              <a:rPr lang="en-US" sz="6000" dirty="0"/>
              <a:t>, </a:t>
            </a:r>
            <a:r>
              <a:rPr lang="en-US" sz="6000" dirty="0" err="1"/>
              <a:t>thêm</a:t>
            </a:r>
            <a:r>
              <a:rPr lang="en-US" sz="6000" dirty="0"/>
              <a:t> </a:t>
            </a:r>
            <a:r>
              <a:rPr lang="en-US" sz="6000" dirty="0" err="1"/>
              <a:t>chân</a:t>
            </a:r>
            <a:r>
              <a:rPr lang="en-US" sz="6000" dirty="0"/>
              <a:t> </a:t>
            </a:r>
            <a:r>
              <a:rPr lang="en-US" sz="6000" dirty="0" err="1"/>
              <a:t>trang</a:t>
            </a:r>
            <a:r>
              <a:rPr lang="en-US" sz="6000" dirty="0"/>
              <a:t>, </a:t>
            </a:r>
            <a:r>
              <a:rPr lang="en-US" sz="6000" dirty="0" err="1"/>
              <a:t>số</a:t>
            </a:r>
            <a:r>
              <a:rPr lang="en-US" sz="6000" dirty="0"/>
              <a:t> </a:t>
            </a:r>
            <a:r>
              <a:rPr lang="en-US" sz="6000" dirty="0" err="1"/>
              <a:t>trang</a:t>
            </a:r>
            <a:endParaRPr lang="en-US" sz="60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DBA5AE4-4750-5BDF-B6FB-90DA9C183DE5}"/>
              </a:ext>
            </a:extLst>
          </p:cNvPr>
          <p:cNvCxnSpPr/>
          <p:nvPr/>
        </p:nvCxnSpPr>
        <p:spPr>
          <a:xfrm>
            <a:off x="0" y="2013217"/>
            <a:ext cx="914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76" name="Picture 4">
            <a:hlinkClick r:id="rId2"/>
            <a:extLst>
              <a:ext uri="{FF2B5EF4-FFF2-40B4-BE49-F238E27FC236}">
                <a16:creationId xmlns:a16="http://schemas.microsoft.com/office/drawing/2014/main" id="{D6561B40-6B56-68B1-B62A-D713B91B6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5451" y="2690933"/>
            <a:ext cx="5715000" cy="310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F47B4A-7176-1AFE-B7A0-9297D397E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792D7-F78E-4C8E-ACBE-4AB3FDEF07F3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F5CA20-AF49-FBF3-8F8D-5CBA38175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Tin học 8-Chân trời sáng tạo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92B6DE-A827-C707-E6CA-369160820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155560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849BD-FA5C-0C72-949C-6003D4702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5EEE2-12C8-EEA4-9E37-DD0926E98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57199"/>
          </a:xfrm>
          <a:gradFill>
            <a:gsLst>
              <a:gs pos="0">
                <a:srgbClr val="7030A0"/>
              </a:gs>
              <a:gs pos="48900">
                <a:schemeClr val="accent4">
                  <a:lumMod val="75000"/>
                </a:schemeClr>
              </a:gs>
              <a:gs pos="100000">
                <a:schemeClr val="bg1"/>
              </a:gs>
            </a:gsLst>
            <a:lin ang="0" scaled="0"/>
          </a:gradFill>
        </p:spPr>
        <p:txBody>
          <a:bodyPr>
            <a:noAutofit/>
          </a:bodyPr>
          <a:lstStyle/>
          <a:p>
            <a:pPr algn="l"/>
            <a:r>
              <a:rPr lang="en-US" sz="2500" dirty="0">
                <a:solidFill>
                  <a:schemeClr val="bg1"/>
                </a:solidFill>
              </a:rPr>
              <a:t>Tiến </a:t>
            </a:r>
            <a:r>
              <a:rPr lang="en-US" sz="2500" dirty="0" err="1">
                <a:solidFill>
                  <a:schemeClr val="bg1"/>
                </a:solidFill>
              </a:rPr>
              <a:t>trình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dạy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học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7A8CD-2F0D-CE64-C878-F652FF5B3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04" y="667507"/>
            <a:ext cx="8229600" cy="11929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 err="1"/>
              <a:t>Tạo</a:t>
            </a:r>
            <a:r>
              <a:rPr lang="en-US" sz="6000" dirty="0"/>
              <a:t> </a:t>
            </a:r>
            <a:r>
              <a:rPr lang="en-US" sz="6000" dirty="0" err="1"/>
              <a:t>liên</a:t>
            </a:r>
            <a:r>
              <a:rPr lang="en-US" sz="6000" dirty="0"/>
              <a:t> </a:t>
            </a:r>
            <a:r>
              <a:rPr lang="en-US" sz="6000" dirty="0" err="1"/>
              <a:t>kết</a:t>
            </a:r>
            <a:endParaRPr lang="en-US" sz="60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205F582-89CC-A655-4D8E-E3A3982F13EB}"/>
              </a:ext>
            </a:extLst>
          </p:cNvPr>
          <p:cNvCxnSpPr/>
          <p:nvPr/>
        </p:nvCxnSpPr>
        <p:spPr>
          <a:xfrm>
            <a:off x="0" y="2013217"/>
            <a:ext cx="914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D0DBF56-4ED0-0F1A-CB38-24ECB2A71D89}"/>
              </a:ext>
            </a:extLst>
          </p:cNvPr>
          <p:cNvSpPr txBox="1">
            <a:spLocks/>
          </p:cNvSpPr>
          <p:nvPr/>
        </p:nvSpPr>
        <p:spPr>
          <a:xfrm>
            <a:off x="400004" y="2673040"/>
            <a:ext cx="8229600" cy="242147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sz="3500" dirty="0" err="1"/>
              <a:t>Chọn</a:t>
            </a:r>
            <a:r>
              <a:rPr lang="en-US" sz="3500" dirty="0"/>
              <a:t> </a:t>
            </a:r>
            <a:r>
              <a:rPr lang="en-US" sz="3500" dirty="0" err="1"/>
              <a:t>đối</a:t>
            </a:r>
            <a:r>
              <a:rPr lang="en-US" sz="3500" dirty="0"/>
              <a:t> </a:t>
            </a:r>
            <a:r>
              <a:rPr lang="en-US" sz="3500" dirty="0" err="1"/>
              <a:t>tượng</a:t>
            </a:r>
            <a:r>
              <a:rPr lang="en-US" sz="3500" dirty="0"/>
              <a:t> </a:t>
            </a:r>
            <a:r>
              <a:rPr lang="en-US" sz="3500" dirty="0" err="1"/>
              <a:t>cần</a:t>
            </a:r>
            <a:r>
              <a:rPr lang="en-US" sz="3500" dirty="0"/>
              <a:t> </a:t>
            </a:r>
            <a:r>
              <a:rPr lang="en-US" sz="3500" dirty="0" err="1"/>
              <a:t>chèn</a:t>
            </a:r>
            <a:r>
              <a:rPr lang="en-US" sz="3500" dirty="0"/>
              <a:t> </a:t>
            </a:r>
            <a:r>
              <a:rPr lang="en-US" sz="3500" dirty="0" err="1"/>
              <a:t>liên</a:t>
            </a:r>
            <a:r>
              <a:rPr lang="en-US" sz="3500" dirty="0"/>
              <a:t> </a:t>
            </a:r>
            <a:r>
              <a:rPr lang="en-US" sz="3500" dirty="0" err="1"/>
              <a:t>kết</a:t>
            </a:r>
            <a:r>
              <a:rPr lang="en-US" sz="35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500" dirty="0"/>
              <a:t>Insert &gt; Hyperlink (link).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500" dirty="0" err="1"/>
              <a:t>Hộp</a:t>
            </a:r>
            <a:r>
              <a:rPr lang="en-US" sz="3500" dirty="0"/>
              <a:t> </a:t>
            </a:r>
            <a:r>
              <a:rPr lang="en-US" sz="3500" dirty="0" err="1"/>
              <a:t>thoại</a:t>
            </a:r>
            <a:r>
              <a:rPr lang="en-US" sz="3500" dirty="0"/>
              <a:t> </a:t>
            </a:r>
            <a:r>
              <a:rPr lang="en-US" sz="3500" dirty="0" err="1"/>
              <a:t>hiện</a:t>
            </a:r>
            <a:r>
              <a:rPr lang="en-US" sz="3500" dirty="0"/>
              <a:t> </a:t>
            </a:r>
            <a:r>
              <a:rPr lang="en-US" sz="3500" dirty="0" err="1"/>
              <a:t>ra</a:t>
            </a:r>
            <a:r>
              <a:rPr lang="en-US" sz="3500" dirty="0"/>
              <a:t>, </a:t>
            </a:r>
            <a:r>
              <a:rPr lang="en-US" sz="3500" dirty="0" err="1"/>
              <a:t>chọn</a:t>
            </a:r>
            <a:r>
              <a:rPr lang="en-US" sz="3500" dirty="0"/>
              <a:t> </a:t>
            </a:r>
            <a:r>
              <a:rPr lang="en-US" sz="3500" dirty="0" err="1"/>
              <a:t>liên</a:t>
            </a:r>
            <a:r>
              <a:rPr lang="en-US" sz="3500" dirty="0"/>
              <a:t> </a:t>
            </a:r>
            <a:r>
              <a:rPr lang="en-US" sz="3500" dirty="0" err="1"/>
              <a:t>kết</a:t>
            </a:r>
            <a:r>
              <a:rPr lang="en-US" sz="3500" dirty="0"/>
              <a:t> </a:t>
            </a:r>
            <a:r>
              <a:rPr lang="en-US" sz="3500" dirty="0" err="1"/>
              <a:t>cần</a:t>
            </a:r>
            <a:r>
              <a:rPr lang="en-US" sz="3500" dirty="0"/>
              <a:t> </a:t>
            </a:r>
            <a:r>
              <a:rPr lang="en-US" sz="3500" dirty="0" err="1"/>
              <a:t>sử</a:t>
            </a:r>
            <a:r>
              <a:rPr lang="en-US" sz="3500" dirty="0"/>
              <a:t> </a:t>
            </a:r>
            <a:r>
              <a:rPr lang="en-US" sz="3500" dirty="0" err="1"/>
              <a:t>dụng</a:t>
            </a:r>
            <a:r>
              <a:rPr lang="en-US" sz="3500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D19A43-266B-8CED-D500-B17A01748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7A8D2-2093-4AE6-A5A8-C722FB1732D7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F0D705-B2AA-AE62-5731-4C53BABBD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Tin học 8-Chân trời sáng tạo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0457F1-9228-38BB-0ABD-0957097B7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6301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529F1-B8D8-70B5-4F62-B2D4CC58D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C4AEA-288E-9025-2502-64142340D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57199"/>
          </a:xfrm>
          <a:gradFill>
            <a:gsLst>
              <a:gs pos="0">
                <a:srgbClr val="7030A0"/>
              </a:gs>
              <a:gs pos="48900">
                <a:schemeClr val="accent4">
                  <a:lumMod val="75000"/>
                </a:schemeClr>
              </a:gs>
              <a:gs pos="100000">
                <a:schemeClr val="bg1"/>
              </a:gs>
            </a:gsLst>
            <a:lin ang="0" scaled="0"/>
          </a:gradFill>
        </p:spPr>
        <p:txBody>
          <a:bodyPr>
            <a:noAutofit/>
          </a:bodyPr>
          <a:lstStyle/>
          <a:p>
            <a:pPr algn="l"/>
            <a:r>
              <a:rPr lang="en-US" sz="2500" dirty="0">
                <a:solidFill>
                  <a:schemeClr val="bg1"/>
                </a:solidFill>
              </a:rPr>
              <a:t>Tiến </a:t>
            </a:r>
            <a:r>
              <a:rPr lang="en-US" sz="2500" dirty="0" err="1">
                <a:solidFill>
                  <a:schemeClr val="bg1"/>
                </a:solidFill>
              </a:rPr>
              <a:t>trình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dạy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học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F3568-11BF-0BDE-070B-7EB911CAF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04" y="667507"/>
            <a:ext cx="8229600" cy="11929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 err="1"/>
              <a:t>Xóa</a:t>
            </a:r>
            <a:r>
              <a:rPr lang="en-US" sz="6000" dirty="0"/>
              <a:t> </a:t>
            </a:r>
            <a:r>
              <a:rPr lang="en-US" sz="6000" dirty="0" err="1"/>
              <a:t>liên</a:t>
            </a:r>
            <a:r>
              <a:rPr lang="en-US" sz="6000" dirty="0"/>
              <a:t> </a:t>
            </a:r>
            <a:r>
              <a:rPr lang="en-US" sz="6000" dirty="0" err="1"/>
              <a:t>kết</a:t>
            </a:r>
            <a:endParaRPr lang="en-US" sz="60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0B7D12-F1CD-85D7-3DC5-01E7447D14F5}"/>
              </a:ext>
            </a:extLst>
          </p:cNvPr>
          <p:cNvCxnSpPr/>
          <p:nvPr/>
        </p:nvCxnSpPr>
        <p:spPr>
          <a:xfrm>
            <a:off x="0" y="2013217"/>
            <a:ext cx="914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35F194B-73AC-4129-5FB6-20271FFE7474}"/>
              </a:ext>
            </a:extLst>
          </p:cNvPr>
          <p:cNvSpPr txBox="1">
            <a:spLocks/>
          </p:cNvSpPr>
          <p:nvPr/>
        </p:nvSpPr>
        <p:spPr>
          <a:xfrm>
            <a:off x="400004" y="2673040"/>
            <a:ext cx="8229600" cy="24214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sz="3500" dirty="0" err="1"/>
              <a:t>Chọn</a:t>
            </a:r>
            <a:r>
              <a:rPr lang="en-US" sz="3500" dirty="0"/>
              <a:t> </a:t>
            </a:r>
            <a:r>
              <a:rPr lang="en-US" sz="3500" dirty="0" err="1"/>
              <a:t>đối</a:t>
            </a:r>
            <a:r>
              <a:rPr lang="en-US" sz="3500" dirty="0"/>
              <a:t> </a:t>
            </a:r>
            <a:r>
              <a:rPr lang="en-US" sz="3500" dirty="0" err="1"/>
              <a:t>tượng</a:t>
            </a:r>
            <a:r>
              <a:rPr lang="en-US" sz="3500" dirty="0"/>
              <a:t> </a:t>
            </a:r>
            <a:r>
              <a:rPr lang="en-US" sz="3500" dirty="0" err="1"/>
              <a:t>cần</a:t>
            </a:r>
            <a:r>
              <a:rPr lang="en-US" sz="3500" dirty="0"/>
              <a:t> </a:t>
            </a:r>
            <a:r>
              <a:rPr lang="en-US" sz="3500" dirty="0" err="1"/>
              <a:t>xóa</a:t>
            </a:r>
            <a:r>
              <a:rPr lang="en-US" sz="3500" dirty="0"/>
              <a:t> </a:t>
            </a:r>
            <a:r>
              <a:rPr lang="en-US" sz="3500" dirty="0" err="1"/>
              <a:t>liên</a:t>
            </a:r>
            <a:r>
              <a:rPr lang="en-US" sz="3500" dirty="0"/>
              <a:t> </a:t>
            </a:r>
            <a:r>
              <a:rPr lang="en-US" sz="3500" dirty="0" err="1"/>
              <a:t>kết</a:t>
            </a:r>
            <a:r>
              <a:rPr lang="en-US" sz="35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500" dirty="0" err="1"/>
              <a:t>Kích</a:t>
            </a:r>
            <a:r>
              <a:rPr lang="en-US" sz="3500" dirty="0"/>
              <a:t> </a:t>
            </a:r>
            <a:r>
              <a:rPr lang="en-US" sz="3500" dirty="0" err="1"/>
              <a:t>phải</a:t>
            </a:r>
            <a:r>
              <a:rPr lang="en-US" sz="3500" dirty="0"/>
              <a:t> &gt; </a:t>
            </a:r>
            <a:r>
              <a:rPr lang="en-US" sz="3500" dirty="0" err="1"/>
              <a:t>chọn</a:t>
            </a:r>
            <a:r>
              <a:rPr lang="en-US" sz="3500" dirty="0"/>
              <a:t> Remove Hyperlink (link).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D9BB15-7960-08DE-1FBF-9C0EC3D7C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B2992-0FFA-4498-AB6B-929AA8037DDB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0C2053-1AD5-5111-D511-8DEBC2969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Tin học 8-Chân trời sáng tạo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30E2AD-D4B7-FC99-B335-2AAC14DE8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07207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B7118-BA1D-7704-F40C-A1D70EABF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C5ED7-3509-2296-9597-47E566359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57199"/>
          </a:xfrm>
          <a:gradFill>
            <a:gsLst>
              <a:gs pos="0">
                <a:srgbClr val="7030A0"/>
              </a:gs>
              <a:gs pos="48900">
                <a:schemeClr val="accent4">
                  <a:lumMod val="75000"/>
                </a:schemeClr>
              </a:gs>
              <a:gs pos="100000">
                <a:schemeClr val="bg1"/>
              </a:gs>
            </a:gsLst>
            <a:lin ang="0" scaled="0"/>
          </a:gradFill>
        </p:spPr>
        <p:txBody>
          <a:bodyPr>
            <a:noAutofit/>
          </a:bodyPr>
          <a:lstStyle/>
          <a:p>
            <a:pPr algn="l"/>
            <a:r>
              <a:rPr lang="en-US" sz="2500" dirty="0">
                <a:solidFill>
                  <a:schemeClr val="bg1"/>
                </a:solidFill>
              </a:rPr>
              <a:t>Tiến </a:t>
            </a:r>
            <a:r>
              <a:rPr lang="en-US" sz="2500" dirty="0" err="1">
                <a:solidFill>
                  <a:schemeClr val="bg1"/>
                </a:solidFill>
              </a:rPr>
              <a:t>trình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dạy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học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E48EC-D9CC-C546-630C-923646108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04" y="667507"/>
            <a:ext cx="8229600" cy="119296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6000" dirty="0" err="1"/>
              <a:t>Thêm</a:t>
            </a:r>
            <a:r>
              <a:rPr lang="en-US" sz="6000" dirty="0"/>
              <a:t> </a:t>
            </a:r>
            <a:r>
              <a:rPr lang="en-US" sz="6000" dirty="0" err="1"/>
              <a:t>chân</a:t>
            </a:r>
            <a:r>
              <a:rPr lang="en-US" sz="6000" dirty="0"/>
              <a:t> </a:t>
            </a:r>
            <a:r>
              <a:rPr lang="en-US" sz="6000" dirty="0" err="1"/>
              <a:t>trang</a:t>
            </a:r>
            <a:r>
              <a:rPr lang="en-US" sz="6000" dirty="0"/>
              <a:t>, </a:t>
            </a:r>
            <a:r>
              <a:rPr lang="en-US" sz="6000" dirty="0" err="1"/>
              <a:t>số</a:t>
            </a:r>
            <a:r>
              <a:rPr lang="en-US" sz="6000" dirty="0"/>
              <a:t> </a:t>
            </a:r>
            <a:r>
              <a:rPr lang="en-US" sz="6000" dirty="0" err="1"/>
              <a:t>trang</a:t>
            </a:r>
            <a:endParaRPr lang="en-US" sz="60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F53A2E-39E6-4CAA-DB5A-B57A51BA7A98}"/>
              </a:ext>
            </a:extLst>
          </p:cNvPr>
          <p:cNvCxnSpPr/>
          <p:nvPr/>
        </p:nvCxnSpPr>
        <p:spPr>
          <a:xfrm>
            <a:off x="0" y="2013217"/>
            <a:ext cx="914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3FB2EA0-8EED-C90C-0301-B2D7F145AF87}"/>
              </a:ext>
            </a:extLst>
          </p:cNvPr>
          <p:cNvSpPr txBox="1">
            <a:spLocks/>
          </p:cNvSpPr>
          <p:nvPr/>
        </p:nvSpPr>
        <p:spPr>
          <a:xfrm>
            <a:off x="400004" y="2673040"/>
            <a:ext cx="8229600" cy="24214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sz="3500" dirty="0" err="1"/>
              <a:t>Vào</a:t>
            </a:r>
            <a:r>
              <a:rPr lang="en-US" sz="3500" dirty="0"/>
              <a:t> insert &gt; Header &amp; Footer.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500" dirty="0" err="1"/>
              <a:t>Hộp</a:t>
            </a:r>
            <a:r>
              <a:rPr lang="en-US" sz="3500" dirty="0"/>
              <a:t> </a:t>
            </a:r>
            <a:r>
              <a:rPr lang="en-US" sz="3500" dirty="0" err="1"/>
              <a:t>thoại</a:t>
            </a:r>
            <a:r>
              <a:rPr lang="en-US" sz="3500" dirty="0"/>
              <a:t> </a:t>
            </a:r>
            <a:r>
              <a:rPr lang="en-US" sz="3500" dirty="0" err="1"/>
              <a:t>hiện</a:t>
            </a:r>
            <a:r>
              <a:rPr lang="en-US" sz="3500" dirty="0"/>
              <a:t> </a:t>
            </a:r>
            <a:r>
              <a:rPr lang="en-US" sz="3500" dirty="0" err="1"/>
              <a:t>ra</a:t>
            </a:r>
            <a:r>
              <a:rPr lang="en-US" sz="3500" dirty="0"/>
              <a:t>, </a:t>
            </a:r>
            <a:r>
              <a:rPr lang="en-US" sz="3500" dirty="0" err="1"/>
              <a:t>nhập</a:t>
            </a:r>
            <a:r>
              <a:rPr lang="en-US" sz="3500" dirty="0"/>
              <a:t> </a:t>
            </a:r>
            <a:r>
              <a:rPr lang="en-US" sz="3500" dirty="0" err="1"/>
              <a:t>thông</a:t>
            </a:r>
            <a:r>
              <a:rPr lang="en-US" sz="3500" dirty="0"/>
              <a:t> tin </a:t>
            </a:r>
            <a:r>
              <a:rPr lang="en-US" sz="3500" dirty="0" err="1"/>
              <a:t>vào</a:t>
            </a:r>
            <a:r>
              <a:rPr lang="en-US" sz="3500" dirty="0"/>
              <a:t> header </a:t>
            </a:r>
            <a:r>
              <a:rPr lang="en-US" sz="3500" dirty="0" err="1"/>
              <a:t>hoặc</a:t>
            </a:r>
            <a:r>
              <a:rPr lang="en-US" sz="3500" dirty="0"/>
              <a:t> footer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2D0D59-10D3-8E8E-46EC-D687C41D9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1AA3D-F3D6-4D78-AD1A-6ADB4023E253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760B3-3F90-A5EC-6864-48423636B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5442E8A-6827-7BA6-2775-5F8DE355D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Tin học 8-Chân trời sáng tạo</a:t>
            </a:r>
          </a:p>
        </p:txBody>
      </p:sp>
    </p:spTree>
    <p:extLst>
      <p:ext uri="{BB962C8B-B14F-4D97-AF65-F5344CB8AC3E}">
        <p14:creationId xmlns:p14="http://schemas.microsoft.com/office/powerpoint/2010/main" val="118625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205EC-3F11-F897-1324-7D9ACABE2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ABB8D-8C28-DD59-08D4-0A434729C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57199"/>
          </a:xfrm>
          <a:gradFill>
            <a:gsLst>
              <a:gs pos="0">
                <a:srgbClr val="7030A0"/>
              </a:gs>
              <a:gs pos="48900">
                <a:schemeClr val="accent4">
                  <a:lumMod val="75000"/>
                </a:schemeClr>
              </a:gs>
              <a:gs pos="100000">
                <a:schemeClr val="bg1"/>
              </a:gs>
            </a:gsLst>
            <a:lin ang="0" scaled="0"/>
          </a:gradFill>
        </p:spPr>
        <p:txBody>
          <a:bodyPr>
            <a:noAutofit/>
          </a:bodyPr>
          <a:lstStyle/>
          <a:p>
            <a:pPr algn="l"/>
            <a:r>
              <a:rPr lang="en-US" sz="2500" dirty="0">
                <a:solidFill>
                  <a:schemeClr val="bg1"/>
                </a:solidFill>
              </a:rPr>
              <a:t>Tiến </a:t>
            </a:r>
            <a:r>
              <a:rPr lang="en-US" sz="2500" dirty="0" err="1">
                <a:solidFill>
                  <a:schemeClr val="bg1"/>
                </a:solidFill>
              </a:rPr>
              <a:t>trình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dạy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học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E3FFF-ED5A-9E46-BC73-3B83DF5EC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04" y="667507"/>
            <a:ext cx="8229600" cy="11929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 err="1"/>
              <a:t>Hoạt</a:t>
            </a:r>
            <a:r>
              <a:rPr lang="en-US" sz="6000" dirty="0"/>
              <a:t> </a:t>
            </a:r>
            <a:r>
              <a:rPr lang="en-US" sz="6000" dirty="0" err="1"/>
              <a:t>động</a:t>
            </a:r>
            <a:r>
              <a:rPr lang="en-US" sz="6000" dirty="0"/>
              <a:t> </a:t>
            </a:r>
            <a:r>
              <a:rPr lang="en-US" sz="6000" dirty="0" err="1"/>
              <a:t>nhóm</a:t>
            </a:r>
            <a:endParaRPr lang="en-US" sz="60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25441F7-322B-220F-90AD-88C8F46A161E}"/>
              </a:ext>
            </a:extLst>
          </p:cNvPr>
          <p:cNvCxnSpPr/>
          <p:nvPr/>
        </p:nvCxnSpPr>
        <p:spPr>
          <a:xfrm>
            <a:off x="0" y="2013217"/>
            <a:ext cx="914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614683-1B6E-FE1F-59D3-775FF776E929}"/>
              </a:ext>
            </a:extLst>
          </p:cNvPr>
          <p:cNvSpPr txBox="1">
            <a:spLocks/>
          </p:cNvSpPr>
          <p:nvPr/>
        </p:nvSpPr>
        <p:spPr>
          <a:xfrm>
            <a:off x="400004" y="2673040"/>
            <a:ext cx="8229600" cy="321293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sz="3500" dirty="0" err="1"/>
              <a:t>Truy</a:t>
            </a:r>
            <a:r>
              <a:rPr lang="en-US" sz="3500" dirty="0"/>
              <a:t> </a:t>
            </a:r>
            <a:r>
              <a:rPr lang="en-US" sz="3500" dirty="0" err="1"/>
              <a:t>cập</a:t>
            </a:r>
            <a:r>
              <a:rPr lang="en-US" sz="3500" dirty="0"/>
              <a:t> </a:t>
            </a:r>
            <a:r>
              <a:rPr lang="en-US" sz="3500" dirty="0" err="1"/>
              <a:t>địa</a:t>
            </a:r>
            <a:r>
              <a:rPr lang="en-US" sz="3500" dirty="0"/>
              <a:t> </a:t>
            </a:r>
            <a:r>
              <a:rPr lang="en-US" sz="3500" dirty="0" err="1"/>
              <a:t>chỉ</a:t>
            </a:r>
            <a:r>
              <a:rPr lang="en-US" sz="3500" dirty="0"/>
              <a:t>: psmcvn.com/cvd2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500" dirty="0" err="1"/>
              <a:t>Chọn</a:t>
            </a:r>
            <a:r>
              <a:rPr lang="en-US" sz="3500" dirty="0"/>
              <a:t> </a:t>
            </a:r>
            <a:r>
              <a:rPr lang="en-US" sz="3500" dirty="0" err="1"/>
              <a:t>học</a:t>
            </a:r>
            <a:r>
              <a:rPr lang="en-US" sz="3500" dirty="0"/>
              <a:t> </a:t>
            </a:r>
            <a:r>
              <a:rPr lang="en-US" sz="3500" dirty="0" err="1"/>
              <a:t>sinh</a:t>
            </a:r>
            <a:endParaRPr lang="en-US" sz="3500" dirty="0"/>
          </a:p>
          <a:p>
            <a:pPr marL="514350" indent="-514350">
              <a:buFont typeface="+mj-lt"/>
              <a:buAutoNum type="arabicPeriod"/>
            </a:pPr>
            <a:r>
              <a:rPr lang="en-US" sz="3500" dirty="0" err="1"/>
              <a:t>Nhập</a:t>
            </a:r>
            <a:r>
              <a:rPr lang="en-US" sz="3500" dirty="0"/>
              <a:t> </a:t>
            </a:r>
            <a:r>
              <a:rPr lang="en-US" sz="3500" dirty="0" err="1"/>
              <a:t>mã</a:t>
            </a:r>
            <a:r>
              <a:rPr lang="en-US" sz="3500" dirty="0"/>
              <a:t> </a:t>
            </a:r>
            <a:r>
              <a:rPr lang="en-US" sz="3500" dirty="0" err="1"/>
              <a:t>học</a:t>
            </a:r>
            <a:r>
              <a:rPr lang="en-US" sz="3500" dirty="0"/>
              <a:t> </a:t>
            </a:r>
            <a:r>
              <a:rPr lang="en-US" sz="3500" dirty="0" err="1"/>
              <a:t>sinh</a:t>
            </a:r>
            <a:r>
              <a:rPr lang="en-US" sz="3500" dirty="0"/>
              <a:t> </a:t>
            </a:r>
            <a:r>
              <a:rPr lang="en-US" sz="3500" dirty="0" err="1"/>
              <a:t>được</a:t>
            </a:r>
            <a:r>
              <a:rPr lang="en-US" sz="3500" dirty="0"/>
              <a:t> </a:t>
            </a:r>
            <a:r>
              <a:rPr lang="en-US" sz="3500" dirty="0" err="1"/>
              <a:t>cấp</a:t>
            </a:r>
            <a:r>
              <a:rPr lang="en-US" sz="3500" dirty="0"/>
              <a:t> </a:t>
            </a:r>
            <a:r>
              <a:rPr lang="en-US" sz="3500" dirty="0" err="1"/>
              <a:t>và</a:t>
            </a:r>
            <a:r>
              <a:rPr lang="en-US" sz="3500" dirty="0"/>
              <a:t> </a:t>
            </a:r>
            <a:r>
              <a:rPr lang="en-US" sz="3500" dirty="0" err="1"/>
              <a:t>mk</a:t>
            </a:r>
            <a:r>
              <a:rPr lang="en-US" sz="3500" dirty="0"/>
              <a:t>: 123456 </a:t>
            </a:r>
            <a:r>
              <a:rPr lang="en-US" sz="3500" dirty="0" err="1"/>
              <a:t>để</a:t>
            </a:r>
            <a:r>
              <a:rPr lang="en-US" sz="3500" dirty="0"/>
              <a:t> </a:t>
            </a:r>
            <a:r>
              <a:rPr lang="en-US" sz="3500" dirty="0" err="1"/>
              <a:t>đăng</a:t>
            </a:r>
            <a:r>
              <a:rPr lang="en-US" sz="3500" dirty="0"/>
              <a:t> </a:t>
            </a:r>
            <a:r>
              <a:rPr lang="en-US" sz="3500" dirty="0" err="1"/>
              <a:t>nhập</a:t>
            </a:r>
            <a:endParaRPr lang="en-US" sz="3500" dirty="0"/>
          </a:p>
          <a:p>
            <a:pPr marL="514350" indent="-514350">
              <a:buFont typeface="+mj-lt"/>
              <a:buAutoNum type="arabicPeriod"/>
            </a:pPr>
            <a:r>
              <a:rPr lang="en-US" sz="3500" dirty="0" err="1"/>
              <a:t>Vào</a:t>
            </a:r>
            <a:r>
              <a:rPr lang="en-US" sz="3500" dirty="0"/>
              <a:t> menu </a:t>
            </a:r>
            <a:r>
              <a:rPr lang="en-US" sz="3500" dirty="0" err="1"/>
              <a:t>Luyện</a:t>
            </a:r>
            <a:r>
              <a:rPr lang="en-US" sz="3500" dirty="0"/>
              <a:t> </a:t>
            </a:r>
            <a:r>
              <a:rPr lang="en-US" sz="3500" dirty="0" err="1"/>
              <a:t>tập</a:t>
            </a:r>
            <a:r>
              <a:rPr lang="en-US" sz="3500" dirty="0"/>
              <a:t>, </a:t>
            </a:r>
            <a:r>
              <a:rPr lang="en-US" sz="3500" dirty="0" err="1"/>
              <a:t>chọn</a:t>
            </a:r>
            <a:r>
              <a:rPr lang="en-US" sz="3500" dirty="0"/>
              <a:t> </a:t>
            </a:r>
            <a:r>
              <a:rPr lang="en-US" sz="3500" dirty="0" err="1"/>
              <a:t>chủ</a:t>
            </a:r>
            <a:r>
              <a:rPr lang="en-US" sz="3500" dirty="0"/>
              <a:t> </a:t>
            </a:r>
            <a:r>
              <a:rPr lang="en-US" sz="3500" dirty="0" err="1"/>
              <a:t>đề</a:t>
            </a:r>
            <a:r>
              <a:rPr lang="en-US" sz="3500" dirty="0"/>
              <a:t> </a:t>
            </a:r>
            <a:r>
              <a:rPr lang="en-US" sz="3500" dirty="0" err="1"/>
              <a:t>và</a:t>
            </a:r>
            <a:r>
              <a:rPr lang="en-US" sz="3500" dirty="0"/>
              <a:t> </a:t>
            </a:r>
            <a:r>
              <a:rPr lang="en-US" sz="3500" dirty="0" err="1"/>
              <a:t>bài</a:t>
            </a:r>
            <a:r>
              <a:rPr lang="en-US" sz="3500" dirty="0"/>
              <a:t> </a:t>
            </a:r>
            <a:r>
              <a:rPr lang="en-US" sz="3500" dirty="0" err="1"/>
              <a:t>học</a:t>
            </a:r>
            <a:r>
              <a:rPr lang="en-US" sz="3500" dirty="0"/>
              <a:t> </a:t>
            </a:r>
            <a:r>
              <a:rPr lang="en-US" sz="3500" dirty="0" err="1"/>
              <a:t>hôm</a:t>
            </a:r>
            <a:r>
              <a:rPr lang="en-US" sz="3500" dirty="0"/>
              <a:t> nay </a:t>
            </a:r>
            <a:r>
              <a:rPr lang="en-US" sz="3500" dirty="0" err="1"/>
              <a:t>để</a:t>
            </a:r>
            <a:r>
              <a:rPr lang="en-US" sz="3500" dirty="0"/>
              <a:t> </a:t>
            </a:r>
            <a:r>
              <a:rPr lang="en-US" sz="3500" dirty="0" err="1"/>
              <a:t>trả</a:t>
            </a:r>
            <a:r>
              <a:rPr lang="en-US" sz="3500" dirty="0"/>
              <a:t> </a:t>
            </a:r>
            <a:r>
              <a:rPr lang="en-US" sz="3500" dirty="0" err="1"/>
              <a:t>lời</a:t>
            </a:r>
            <a:r>
              <a:rPr lang="en-US" sz="3500" dirty="0"/>
              <a:t> </a:t>
            </a:r>
            <a:r>
              <a:rPr lang="en-US" sz="3500" dirty="0" err="1"/>
              <a:t>các</a:t>
            </a:r>
            <a:r>
              <a:rPr lang="en-US" sz="3500" dirty="0"/>
              <a:t> </a:t>
            </a:r>
            <a:r>
              <a:rPr lang="en-US" sz="3500" dirty="0" err="1"/>
              <a:t>câu</a:t>
            </a:r>
            <a:r>
              <a:rPr lang="en-US" sz="3500" dirty="0"/>
              <a:t> </a:t>
            </a:r>
            <a:r>
              <a:rPr lang="en-US" sz="3500" dirty="0" err="1"/>
              <a:t>hỏi</a:t>
            </a:r>
            <a:r>
              <a:rPr lang="en-US" sz="3500" dirty="0"/>
              <a:t> </a:t>
            </a:r>
            <a:r>
              <a:rPr lang="en-US" sz="3500" dirty="0" err="1"/>
              <a:t>trắc</a:t>
            </a:r>
            <a:r>
              <a:rPr lang="en-US" sz="3500" dirty="0"/>
              <a:t> </a:t>
            </a:r>
            <a:r>
              <a:rPr lang="en-US" sz="3500" dirty="0" err="1"/>
              <a:t>nghiệm</a:t>
            </a:r>
            <a:endParaRPr lang="en-US" sz="35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FE851-7E65-C209-162C-3F8ACBA76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1AA3D-F3D6-4D78-AD1A-6ADB4023E253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BB35B-F992-5BEB-FAD7-91D110370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FD98561-8784-916F-B53C-33FA2E1C9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Tin học 8-Chân trời sáng tạo</a:t>
            </a:r>
          </a:p>
        </p:txBody>
      </p:sp>
    </p:spTree>
    <p:extLst>
      <p:ext uri="{BB962C8B-B14F-4D97-AF65-F5344CB8AC3E}">
        <p14:creationId xmlns:p14="http://schemas.microsoft.com/office/powerpoint/2010/main" val="402057595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579</Words>
  <Application>Microsoft Office PowerPoint</Application>
  <PresentationFormat>On-screen Show (4:3)</PresentationFormat>
  <Paragraphs>141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Arial</vt:lpstr>
      <vt:lpstr>Calibri</vt:lpstr>
      <vt:lpstr>Office Theme</vt:lpstr>
      <vt:lpstr>BÀI 10. TRÌNH BÀY TRANG CHIẾU</vt:lpstr>
      <vt:lpstr>MỤC TIÊU BÀI HỌC</vt:lpstr>
      <vt:lpstr>KHỞI ĐỘNG</vt:lpstr>
      <vt:lpstr>PowerPoint Presentation</vt:lpstr>
      <vt:lpstr>PowerPoint Presentation</vt:lpstr>
      <vt:lpstr>TRÌNH BÀY SLIDE TỐT</vt:lpstr>
      <vt:lpstr>Tiến trình dạy học</vt:lpstr>
      <vt:lpstr>PowerPoint Presentation</vt:lpstr>
      <vt:lpstr>Tiến trình dạy học</vt:lpstr>
      <vt:lpstr>NGUYÊN TẮC DÙNG FONT</vt:lpstr>
      <vt:lpstr>KÍCH CỠ CHỮ</vt:lpstr>
      <vt:lpstr>Tiến trình dạy học</vt:lpstr>
      <vt:lpstr>PowerPoint Presentation</vt:lpstr>
      <vt:lpstr>PowerPoint Presentation</vt:lpstr>
      <vt:lpstr>Tiến trình dạy học</vt:lpstr>
      <vt:lpstr>Đỏ-cam-vàng</vt:lpstr>
      <vt:lpstr>Xanh lục-xanh lam-tím</vt:lpstr>
      <vt:lpstr>NHÓM MÀU TRUNG TÍNH</vt:lpstr>
      <vt:lpstr>MÀU NỀN &amp; MÀU CHỮ</vt:lpstr>
      <vt:lpstr>PowerPoint Presentation</vt:lpstr>
      <vt:lpstr>PowerPoint Presentation</vt:lpstr>
      <vt:lpstr>Tiến trình dạy học</vt:lpstr>
      <vt:lpstr>Tiến trình dạy học</vt:lpstr>
      <vt:lpstr>Tiến trình dạy học</vt:lpstr>
      <vt:lpstr>Tiến trình dạy học</vt:lpstr>
      <vt:lpstr>Tiến trình dạy học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Lâm Visal</cp:lastModifiedBy>
  <cp:revision>3</cp:revision>
  <dcterms:created xsi:type="dcterms:W3CDTF">2013-01-27T09:14:16Z</dcterms:created>
  <dcterms:modified xsi:type="dcterms:W3CDTF">2026-01-30T05:16:20Z</dcterms:modified>
  <cp:category/>
</cp:coreProperties>
</file>